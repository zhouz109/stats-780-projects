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2" r:id="rId9"/>
    <p:sldId id="266" r:id="rId10"/>
    <p:sldId id="267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00EE"/>
    <a:srgbClr val="05FF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72E947-5A0F-4BE6-9372-411B346BA769}" v="24" dt="2024-12-05T16:35:44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255" autoAdjust="0"/>
  </p:normalViewPr>
  <p:slideViewPr>
    <p:cSldViewPr snapToGrid="0">
      <p:cViewPr varScale="1">
        <p:scale>
          <a:sx n="60" d="100"/>
          <a:sy n="60" d="100"/>
        </p:scale>
        <p:origin x="14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ie Zhou" userId="5282321b06ad1a90" providerId="LiveId" clId="{3A72E947-5A0F-4BE6-9372-411B346BA769}"/>
    <pc:docChg chg="undo custSel addSld delSld modSld">
      <pc:chgData name="Jackie Zhou" userId="5282321b06ad1a90" providerId="LiveId" clId="{3A72E947-5A0F-4BE6-9372-411B346BA769}" dt="2024-12-05T19:04:26.177" v="9983" actId="1076"/>
      <pc:docMkLst>
        <pc:docMk/>
      </pc:docMkLst>
      <pc:sldChg chg="addSp delSp modSp mod setBg modNotesTx">
        <pc:chgData name="Jackie Zhou" userId="5282321b06ad1a90" providerId="LiveId" clId="{3A72E947-5A0F-4BE6-9372-411B346BA769}" dt="2024-12-05T17:00:52.724" v="9922" actId="14100"/>
        <pc:sldMkLst>
          <pc:docMk/>
          <pc:sldMk cId="2815135561" sldId="256"/>
        </pc:sldMkLst>
        <pc:spChg chg="mod">
          <ac:chgData name="Jackie Zhou" userId="5282321b06ad1a90" providerId="LiveId" clId="{3A72E947-5A0F-4BE6-9372-411B346BA769}" dt="2024-12-05T16:35:01.745" v="9873" actId="26606"/>
          <ac:spMkLst>
            <pc:docMk/>
            <pc:sldMk cId="2815135561" sldId="256"/>
            <ac:spMk id="2" creationId="{770FBE6A-5AAE-1C6B-7E0D-FBE0EE613700}"/>
          </ac:spMkLst>
        </pc:spChg>
        <pc:spChg chg="mod">
          <ac:chgData name="Jackie Zhou" userId="5282321b06ad1a90" providerId="LiveId" clId="{3A72E947-5A0F-4BE6-9372-411B346BA769}" dt="2024-12-05T17:00:52.724" v="9922" actId="14100"/>
          <ac:spMkLst>
            <pc:docMk/>
            <pc:sldMk cId="2815135561" sldId="256"/>
            <ac:spMk id="3" creationId="{E715064B-0FC0-AABD-EA5E-49601E456752}"/>
          </ac:spMkLst>
        </pc:spChg>
        <pc:spChg chg="add del">
          <ac:chgData name="Jackie Zhou" userId="5282321b06ad1a90" providerId="LiveId" clId="{3A72E947-5A0F-4BE6-9372-411B346BA769}" dt="2024-12-05T15:49:20.212" v="6510" actId="26606"/>
          <ac:spMkLst>
            <pc:docMk/>
            <pc:sldMk cId="2815135561" sldId="256"/>
            <ac:spMk id="9" creationId="{E91DC736-0EF8-4F87-9146-EBF1D2EE4D3D}"/>
          </ac:spMkLst>
        </pc:spChg>
        <pc:spChg chg="add del">
          <ac:chgData name="Jackie Zhou" userId="5282321b06ad1a90" providerId="LiveId" clId="{3A72E947-5A0F-4BE6-9372-411B346BA769}" dt="2024-12-05T15:49:20.212" v="6510" actId="26606"/>
          <ac:spMkLst>
            <pc:docMk/>
            <pc:sldMk cId="2815135561" sldId="256"/>
            <ac:spMk id="11" creationId="{097CD68E-23E3-4007-8847-CD0944C4F7BE}"/>
          </ac:spMkLst>
        </pc:spChg>
        <pc:spChg chg="add del">
          <ac:chgData name="Jackie Zhou" userId="5282321b06ad1a90" providerId="LiveId" clId="{3A72E947-5A0F-4BE6-9372-411B346BA769}" dt="2024-12-05T15:49:20.212" v="6510" actId="26606"/>
          <ac:spMkLst>
            <pc:docMk/>
            <pc:sldMk cId="2815135561" sldId="256"/>
            <ac:spMk id="13" creationId="{AF2F604E-43BE-4DC3-B983-E071523364F8}"/>
          </ac:spMkLst>
        </pc:spChg>
        <pc:spChg chg="add del">
          <ac:chgData name="Jackie Zhou" userId="5282321b06ad1a90" providerId="LiveId" clId="{3A72E947-5A0F-4BE6-9372-411B346BA769}" dt="2024-12-05T15:49:20.212" v="6510" actId="26606"/>
          <ac:spMkLst>
            <pc:docMk/>
            <pc:sldMk cId="2815135561" sldId="256"/>
            <ac:spMk id="15" creationId="{08C9B587-E65E-4B52-B37C-ABEBB6E87928}"/>
          </ac:spMkLst>
        </pc:spChg>
        <pc:spChg chg="add del">
          <ac:chgData name="Jackie Zhou" userId="5282321b06ad1a90" providerId="LiveId" clId="{3A72E947-5A0F-4BE6-9372-411B346BA769}" dt="2024-12-05T15:49:48.963" v="6518" actId="26606"/>
          <ac:spMkLst>
            <pc:docMk/>
            <pc:sldMk cId="2815135561" sldId="256"/>
            <ac:spMk id="20" creationId="{8FC9BE17-9A7B-462D-AE50-3D8777387304}"/>
          </ac:spMkLst>
        </pc:spChg>
        <pc:spChg chg="add del">
          <ac:chgData name="Jackie Zhou" userId="5282321b06ad1a90" providerId="LiveId" clId="{3A72E947-5A0F-4BE6-9372-411B346BA769}" dt="2024-12-05T15:49:48.963" v="6518" actId="26606"/>
          <ac:spMkLst>
            <pc:docMk/>
            <pc:sldMk cId="2815135561" sldId="256"/>
            <ac:spMk id="22" creationId="{3EBE8569-6AEC-4B8C-8D53-2DE337CDBA65}"/>
          </ac:spMkLst>
        </pc:spChg>
        <pc:spChg chg="add del">
          <ac:chgData name="Jackie Zhou" userId="5282321b06ad1a90" providerId="LiveId" clId="{3A72E947-5A0F-4BE6-9372-411B346BA769}" dt="2024-12-05T15:49:48.963" v="6518" actId="26606"/>
          <ac:spMkLst>
            <pc:docMk/>
            <pc:sldMk cId="2815135561" sldId="256"/>
            <ac:spMk id="24" creationId="{55D4142C-5077-457F-A6AD-3FECFDB39685}"/>
          </ac:spMkLst>
        </pc:spChg>
        <pc:spChg chg="add del">
          <ac:chgData name="Jackie Zhou" userId="5282321b06ad1a90" providerId="LiveId" clId="{3A72E947-5A0F-4BE6-9372-411B346BA769}" dt="2024-12-05T15:49:48.963" v="6518" actId="26606"/>
          <ac:spMkLst>
            <pc:docMk/>
            <pc:sldMk cId="2815135561" sldId="256"/>
            <ac:spMk id="26" creationId="{7A5F0580-5EE9-419F-96EE-B6529EF6E7D0}"/>
          </ac:spMkLst>
        </pc:spChg>
        <pc:spChg chg="add del">
          <ac:chgData name="Jackie Zhou" userId="5282321b06ad1a90" providerId="LiveId" clId="{3A72E947-5A0F-4BE6-9372-411B346BA769}" dt="2024-12-05T15:49:48.949" v="6517" actId="26606"/>
          <ac:spMkLst>
            <pc:docMk/>
            <pc:sldMk cId="2815135561" sldId="256"/>
            <ac:spMk id="31" creationId="{8FC9BE17-9A7B-462D-AE50-3D8777387304}"/>
          </ac:spMkLst>
        </pc:spChg>
        <pc:spChg chg="add del">
          <ac:chgData name="Jackie Zhou" userId="5282321b06ad1a90" providerId="LiveId" clId="{3A72E947-5A0F-4BE6-9372-411B346BA769}" dt="2024-12-05T15:49:48.949" v="6517" actId="26606"/>
          <ac:spMkLst>
            <pc:docMk/>
            <pc:sldMk cId="2815135561" sldId="256"/>
            <ac:spMk id="33" creationId="{3EBE8569-6AEC-4B8C-8D53-2DE337CDBA65}"/>
          </ac:spMkLst>
        </pc:spChg>
        <pc:spChg chg="add del">
          <ac:chgData name="Jackie Zhou" userId="5282321b06ad1a90" providerId="LiveId" clId="{3A72E947-5A0F-4BE6-9372-411B346BA769}" dt="2024-12-05T15:49:48.949" v="6517" actId="26606"/>
          <ac:spMkLst>
            <pc:docMk/>
            <pc:sldMk cId="2815135561" sldId="256"/>
            <ac:spMk id="35" creationId="{55D4142C-5077-457F-A6AD-3FECFDB39685}"/>
          </ac:spMkLst>
        </pc:spChg>
        <pc:spChg chg="add del">
          <ac:chgData name="Jackie Zhou" userId="5282321b06ad1a90" providerId="LiveId" clId="{3A72E947-5A0F-4BE6-9372-411B346BA769}" dt="2024-12-05T15:49:48.949" v="6517" actId="26606"/>
          <ac:spMkLst>
            <pc:docMk/>
            <pc:sldMk cId="2815135561" sldId="256"/>
            <ac:spMk id="37" creationId="{7A5F0580-5EE9-419F-96EE-B6529EF6E7D0}"/>
          </ac:spMkLst>
        </pc:spChg>
        <pc:spChg chg="add del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39" creationId="{E91DC736-0EF8-4F87-9146-EBF1D2EE4D3D}"/>
          </ac:spMkLst>
        </pc:spChg>
        <pc:spChg chg="add del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40" creationId="{097CD68E-23E3-4007-8847-CD0944C4F7BE}"/>
          </ac:spMkLst>
        </pc:spChg>
        <pc:spChg chg="add del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41" creationId="{AF2F604E-43BE-4DC3-B983-E071523364F8}"/>
          </ac:spMkLst>
        </pc:spChg>
        <pc:spChg chg="add del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42" creationId="{08C9B587-E65E-4B52-B37C-ABEBB6E87928}"/>
          </ac:spMkLst>
        </pc:spChg>
        <pc:spChg chg="add del">
          <ac:chgData name="Jackie Zhou" userId="5282321b06ad1a90" providerId="LiveId" clId="{3A72E947-5A0F-4BE6-9372-411B346BA769}" dt="2024-12-05T16:35:00.195" v="9871" actId="26606"/>
          <ac:spMkLst>
            <pc:docMk/>
            <pc:sldMk cId="2815135561" sldId="256"/>
            <ac:spMk id="1033" creationId="{E91DC736-0EF8-4F87-9146-EBF1D2EE4D3D}"/>
          </ac:spMkLst>
        </pc:spChg>
        <pc:spChg chg="add del">
          <ac:chgData name="Jackie Zhou" userId="5282321b06ad1a90" providerId="LiveId" clId="{3A72E947-5A0F-4BE6-9372-411B346BA769}" dt="2024-12-05T16:35:00.195" v="9871" actId="26606"/>
          <ac:spMkLst>
            <pc:docMk/>
            <pc:sldMk cId="2815135561" sldId="256"/>
            <ac:spMk id="1035" creationId="{097CD68E-23E3-4007-8847-CD0944C4F7BE}"/>
          </ac:spMkLst>
        </pc:spChg>
        <pc:spChg chg="add del">
          <ac:chgData name="Jackie Zhou" userId="5282321b06ad1a90" providerId="LiveId" clId="{3A72E947-5A0F-4BE6-9372-411B346BA769}" dt="2024-12-05T16:35:00.195" v="9871" actId="26606"/>
          <ac:spMkLst>
            <pc:docMk/>
            <pc:sldMk cId="2815135561" sldId="256"/>
            <ac:spMk id="1037" creationId="{AF2F604E-43BE-4DC3-B983-E071523364F8}"/>
          </ac:spMkLst>
        </pc:spChg>
        <pc:spChg chg="add del">
          <ac:chgData name="Jackie Zhou" userId="5282321b06ad1a90" providerId="LiveId" clId="{3A72E947-5A0F-4BE6-9372-411B346BA769}" dt="2024-12-05T16:35:00.195" v="9871" actId="26606"/>
          <ac:spMkLst>
            <pc:docMk/>
            <pc:sldMk cId="2815135561" sldId="256"/>
            <ac:spMk id="1039" creationId="{08C9B587-E65E-4B52-B37C-ABEBB6E87928}"/>
          </ac:spMkLst>
        </pc:spChg>
        <pc:spChg chg="add del">
          <ac:chgData name="Jackie Zhou" userId="5282321b06ad1a90" providerId="LiveId" clId="{3A72E947-5A0F-4BE6-9372-411B346BA769}" dt="2024-12-05T16:35:01.745" v="9873" actId="26606"/>
          <ac:spMkLst>
            <pc:docMk/>
            <pc:sldMk cId="2815135561" sldId="256"/>
            <ac:spMk id="1041" creationId="{6CCA5F87-1D1E-45CB-8D83-FC7EEFAD9935}"/>
          </ac:spMkLst>
        </pc:spChg>
        <pc:spChg chg="add del">
          <ac:chgData name="Jackie Zhou" userId="5282321b06ad1a90" providerId="LiveId" clId="{3A72E947-5A0F-4BE6-9372-411B346BA769}" dt="2024-12-05T16:35:01.745" v="9873" actId="26606"/>
          <ac:spMkLst>
            <pc:docMk/>
            <pc:sldMk cId="2815135561" sldId="256"/>
            <ac:spMk id="1042" creationId="{7CCFC2C6-6238-4A2F-93DE-2ADF74AF635E}"/>
          </ac:spMkLst>
        </pc:spChg>
        <pc:spChg chg="add del">
          <ac:chgData name="Jackie Zhou" userId="5282321b06ad1a90" providerId="LiveId" clId="{3A72E947-5A0F-4BE6-9372-411B346BA769}" dt="2024-12-05T16:35:01.745" v="9873" actId="26606"/>
          <ac:spMkLst>
            <pc:docMk/>
            <pc:sldMk cId="2815135561" sldId="256"/>
            <ac:spMk id="1043" creationId="{AF2F604E-43BE-4DC3-B983-E071523364F8}"/>
          </ac:spMkLst>
        </pc:spChg>
        <pc:spChg chg="add del">
          <ac:chgData name="Jackie Zhou" userId="5282321b06ad1a90" providerId="LiveId" clId="{3A72E947-5A0F-4BE6-9372-411B346BA769}" dt="2024-12-05T16:35:01.745" v="9873" actId="26606"/>
          <ac:spMkLst>
            <pc:docMk/>
            <pc:sldMk cId="2815135561" sldId="256"/>
            <ac:spMk id="1044" creationId="{08C9B587-E65E-4B52-B37C-ABEBB6E87928}"/>
          </ac:spMkLst>
        </pc:spChg>
        <pc:spChg chg="add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1046" creationId="{E91DC736-0EF8-4F87-9146-EBF1D2EE4D3D}"/>
          </ac:spMkLst>
        </pc:spChg>
        <pc:spChg chg="add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1047" creationId="{097CD68E-23E3-4007-8847-CD0944C4F7BE}"/>
          </ac:spMkLst>
        </pc:spChg>
        <pc:spChg chg="add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1048" creationId="{AF2F604E-43BE-4DC3-B983-E071523364F8}"/>
          </ac:spMkLst>
        </pc:spChg>
        <pc:spChg chg="add">
          <ac:chgData name="Jackie Zhou" userId="5282321b06ad1a90" providerId="LiveId" clId="{3A72E947-5A0F-4BE6-9372-411B346BA769}" dt="2024-12-05T16:35:01.760" v="9874" actId="26606"/>
          <ac:spMkLst>
            <pc:docMk/>
            <pc:sldMk cId="2815135561" sldId="256"/>
            <ac:spMk id="1049" creationId="{08C9B587-E65E-4B52-B37C-ABEBB6E87928}"/>
          </ac:spMkLst>
        </pc:spChg>
        <pc:picChg chg="add del mod ord">
          <ac:chgData name="Jackie Zhou" userId="5282321b06ad1a90" providerId="LiveId" clId="{3A72E947-5A0F-4BE6-9372-411B346BA769}" dt="2024-12-05T16:34:53.328" v="9868" actId="478"/>
          <ac:picMkLst>
            <pc:docMk/>
            <pc:sldMk cId="2815135561" sldId="256"/>
            <ac:picMk id="4" creationId="{1F8E1BED-D498-AE64-09D7-79B41AEB0115}"/>
          </ac:picMkLst>
        </pc:picChg>
        <pc:picChg chg="add del mod">
          <ac:chgData name="Jackie Zhou" userId="5282321b06ad1a90" providerId="LiveId" clId="{3A72E947-5A0F-4BE6-9372-411B346BA769}" dt="2024-12-05T15:47:33.066" v="6501" actId="478"/>
          <ac:picMkLst>
            <pc:docMk/>
            <pc:sldMk cId="2815135561" sldId="256"/>
            <ac:picMk id="1026" creationId="{7061C834-8306-CF34-8D34-3AB5692CAB97}"/>
          </ac:picMkLst>
        </pc:picChg>
        <pc:picChg chg="add mod ord">
          <ac:chgData name="Jackie Zhou" userId="5282321b06ad1a90" providerId="LiveId" clId="{3A72E947-5A0F-4BE6-9372-411B346BA769}" dt="2024-12-05T16:35:01.760" v="9874" actId="26606"/>
          <ac:picMkLst>
            <pc:docMk/>
            <pc:sldMk cId="2815135561" sldId="256"/>
            <ac:picMk id="1028" creationId="{F739EEE6-184E-8B45-808C-DBC6AD5C4096}"/>
          </ac:picMkLst>
        </pc:picChg>
      </pc:sldChg>
      <pc:sldChg chg="modSp mod modNotesTx">
        <pc:chgData name="Jackie Zhou" userId="5282321b06ad1a90" providerId="LiveId" clId="{3A72E947-5A0F-4BE6-9372-411B346BA769}" dt="2024-12-05T17:06:51.945" v="9962" actId="20577"/>
        <pc:sldMkLst>
          <pc:docMk/>
          <pc:sldMk cId="1620795057" sldId="257"/>
        </pc:sldMkLst>
        <pc:spChg chg="mod">
          <ac:chgData name="Jackie Zhou" userId="5282321b06ad1a90" providerId="LiveId" clId="{3A72E947-5A0F-4BE6-9372-411B346BA769}" dt="2024-11-29T13:52:53.144" v="4194" actId="1035"/>
          <ac:spMkLst>
            <pc:docMk/>
            <pc:sldMk cId="1620795057" sldId="257"/>
            <ac:spMk id="2" creationId="{083A4526-15E1-6085-E4B7-CE3BBA3E494D}"/>
          </ac:spMkLst>
        </pc:spChg>
        <pc:spChg chg="mod">
          <ac:chgData name="Jackie Zhou" userId="5282321b06ad1a90" providerId="LiveId" clId="{3A72E947-5A0F-4BE6-9372-411B346BA769}" dt="2024-12-05T17:06:48.072" v="9952" actId="20577"/>
          <ac:spMkLst>
            <pc:docMk/>
            <pc:sldMk cId="1620795057" sldId="257"/>
            <ac:spMk id="3" creationId="{4EDD3481-D387-6117-5862-E0F6BFF59CA2}"/>
          </ac:spMkLst>
        </pc:spChg>
      </pc:sldChg>
      <pc:sldChg chg="addSp delSp modSp mod modNotesTx">
        <pc:chgData name="Jackie Zhou" userId="5282321b06ad1a90" providerId="LiveId" clId="{3A72E947-5A0F-4BE6-9372-411B346BA769}" dt="2024-12-05T17:06:35.686" v="9937" actId="20577"/>
        <pc:sldMkLst>
          <pc:docMk/>
          <pc:sldMk cId="3771468947" sldId="258"/>
        </pc:sldMkLst>
        <pc:spChg chg="mod">
          <ac:chgData name="Jackie Zhou" userId="5282321b06ad1a90" providerId="LiveId" clId="{3A72E947-5A0F-4BE6-9372-411B346BA769}" dt="2024-12-05T17:06:35.686" v="9937" actId="20577"/>
          <ac:spMkLst>
            <pc:docMk/>
            <pc:sldMk cId="3771468947" sldId="258"/>
            <ac:spMk id="2" creationId="{18E317E3-9F64-0702-325A-D538A2120492}"/>
          </ac:spMkLst>
        </pc:spChg>
        <pc:spChg chg="del mod">
          <ac:chgData name="Jackie Zhou" userId="5282321b06ad1a90" providerId="LiveId" clId="{3A72E947-5A0F-4BE6-9372-411B346BA769}" dt="2024-11-28T17:03:01.690" v="753" actId="478"/>
          <ac:spMkLst>
            <pc:docMk/>
            <pc:sldMk cId="3771468947" sldId="258"/>
            <ac:spMk id="3" creationId="{F69EF0AA-17B0-2330-D5A2-39AF1F6BAD86}"/>
          </ac:spMkLst>
        </pc:spChg>
        <pc:spChg chg="add del mod">
          <ac:chgData name="Jackie Zhou" userId="5282321b06ad1a90" providerId="LiveId" clId="{3A72E947-5A0F-4BE6-9372-411B346BA769}" dt="2024-11-28T17:03:21.007" v="758" actId="478"/>
          <ac:spMkLst>
            <pc:docMk/>
            <pc:sldMk cId="3771468947" sldId="258"/>
            <ac:spMk id="5" creationId="{9533FCBC-76E3-282C-3A0C-2220F45BCE9F}"/>
          </ac:spMkLst>
        </pc:spChg>
        <pc:spChg chg="add mod">
          <ac:chgData name="Jackie Zhou" userId="5282321b06ad1a90" providerId="LiveId" clId="{3A72E947-5A0F-4BE6-9372-411B346BA769}" dt="2024-11-28T18:00:13.231" v="1281" actId="1035"/>
          <ac:spMkLst>
            <pc:docMk/>
            <pc:sldMk cId="3771468947" sldId="258"/>
            <ac:spMk id="6" creationId="{DBE87026-C477-986A-3C63-96F4935A1F0C}"/>
          </ac:spMkLst>
        </pc:spChg>
        <pc:picChg chg="add del mod">
          <ac:chgData name="Jackie Zhou" userId="5282321b06ad1a90" providerId="LiveId" clId="{3A72E947-5A0F-4BE6-9372-411B346BA769}" dt="2024-11-28T17:05:35.742" v="778" actId="478"/>
          <ac:picMkLst>
            <pc:docMk/>
            <pc:sldMk cId="3771468947" sldId="258"/>
            <ac:picMk id="1026" creationId="{9911539B-3A09-3CF5-A15E-6C1CBEC7B7B5}"/>
          </ac:picMkLst>
        </pc:picChg>
      </pc:sldChg>
      <pc:sldChg chg="addSp delSp modSp mod setBg modAnim modNotesTx">
        <pc:chgData name="Jackie Zhou" userId="5282321b06ad1a90" providerId="LiveId" clId="{3A72E947-5A0F-4BE6-9372-411B346BA769}" dt="2024-12-05T19:04:26.177" v="9983" actId="1076"/>
        <pc:sldMkLst>
          <pc:docMk/>
          <pc:sldMk cId="3613938919" sldId="259"/>
        </pc:sldMkLst>
        <pc:spChg chg="mod">
          <ac:chgData name="Jackie Zhou" userId="5282321b06ad1a90" providerId="LiveId" clId="{3A72E947-5A0F-4BE6-9372-411B346BA769}" dt="2024-11-29T13:53:05.228" v="4204" actId="1035"/>
          <ac:spMkLst>
            <pc:docMk/>
            <pc:sldMk cId="3613938919" sldId="259"/>
            <ac:spMk id="2" creationId="{0BD007CC-BD5A-97CC-A9E4-9FD7506508AE}"/>
          </ac:spMkLst>
        </pc:spChg>
        <pc:spChg chg="mod">
          <ac:chgData name="Jackie Zhou" userId="5282321b06ad1a90" providerId="LiveId" clId="{3A72E947-5A0F-4BE6-9372-411B346BA769}" dt="2024-11-28T22:05:48.519" v="3448" actId="1035"/>
          <ac:spMkLst>
            <pc:docMk/>
            <pc:sldMk cId="3613938919" sldId="259"/>
            <ac:spMk id="3" creationId="{CE101B2F-19C6-20EE-FB3D-93E2F2DFA8AD}"/>
          </ac:spMkLst>
        </pc:spChg>
        <pc:spChg chg="add">
          <ac:chgData name="Jackie Zhou" userId="5282321b06ad1a90" providerId="LiveId" clId="{3A72E947-5A0F-4BE6-9372-411B346BA769}" dt="2024-11-28T17:08:35.924" v="1013"/>
          <ac:spMkLst>
            <pc:docMk/>
            <pc:sldMk cId="3613938919" sldId="259"/>
            <ac:spMk id="4" creationId="{7F60637D-F252-5B24-C028-423C9A9A56EE}"/>
          </ac:spMkLst>
        </pc:spChg>
        <pc:spChg chg="add">
          <ac:chgData name="Jackie Zhou" userId="5282321b06ad1a90" providerId="LiveId" clId="{3A72E947-5A0F-4BE6-9372-411B346BA769}" dt="2024-11-28T17:10:34.246" v="1021"/>
          <ac:spMkLst>
            <pc:docMk/>
            <pc:sldMk cId="3613938919" sldId="259"/>
            <ac:spMk id="6" creationId="{02B87CAC-50EC-D1F1-89C4-9067201FAC79}"/>
          </ac:spMkLst>
        </pc:spChg>
        <pc:spChg chg="add">
          <ac:chgData name="Jackie Zhou" userId="5282321b06ad1a90" providerId="LiveId" clId="{3A72E947-5A0F-4BE6-9372-411B346BA769}" dt="2024-11-28T17:14:19.963" v="1031"/>
          <ac:spMkLst>
            <pc:docMk/>
            <pc:sldMk cId="3613938919" sldId="259"/>
            <ac:spMk id="9" creationId="{197BA38C-BD85-CF0D-CD4A-5680A2A90312}"/>
          </ac:spMkLst>
        </pc:spChg>
        <pc:spChg chg="add del">
          <ac:chgData name="Jackie Zhou" userId="5282321b06ad1a90" providerId="LiveId" clId="{3A72E947-5A0F-4BE6-9372-411B346BA769}" dt="2024-11-28T17:38:46.701" v="1056" actId="26606"/>
          <ac:spMkLst>
            <pc:docMk/>
            <pc:sldMk cId="3613938919" sldId="259"/>
            <ac:spMk id="17" creationId="{C0763A76-9F1C-4FC5-82B7-DD475DA461B2}"/>
          </ac:spMkLst>
        </pc:spChg>
        <pc:spChg chg="add del">
          <ac:chgData name="Jackie Zhou" userId="5282321b06ad1a90" providerId="LiveId" clId="{3A72E947-5A0F-4BE6-9372-411B346BA769}" dt="2024-11-28T17:38:46.701" v="1056" actId="26606"/>
          <ac:spMkLst>
            <pc:docMk/>
            <pc:sldMk cId="3613938919" sldId="259"/>
            <ac:spMk id="19" creationId="{E81BF4F6-F2CF-4984-9D14-D6966D92F99F}"/>
          </ac:spMkLst>
        </pc:spChg>
        <pc:spChg chg="add mod">
          <ac:chgData name="Jackie Zhou" userId="5282321b06ad1a90" providerId="LiveId" clId="{3A72E947-5A0F-4BE6-9372-411B346BA769}" dt="2024-12-05T19:04:16.475" v="9981" actId="14100"/>
          <ac:spMkLst>
            <pc:docMk/>
            <pc:sldMk cId="3613938919" sldId="259"/>
            <ac:spMk id="23" creationId="{C97BCE92-25AD-A55C-36E0-2074E2832E36}"/>
          </ac:spMkLst>
        </pc:spChg>
        <pc:spChg chg="add mod">
          <ac:chgData name="Jackie Zhou" userId="5282321b06ad1a90" providerId="LiveId" clId="{3A72E947-5A0F-4BE6-9372-411B346BA769}" dt="2024-12-05T15:58:34.231" v="7588" actId="164"/>
          <ac:spMkLst>
            <pc:docMk/>
            <pc:sldMk cId="3613938919" sldId="259"/>
            <ac:spMk id="25" creationId="{F5BD305F-A473-D4C6-0091-91000BE1AD45}"/>
          </ac:spMkLst>
        </pc:spChg>
        <pc:grpChg chg="add mod">
          <ac:chgData name="Jackie Zhou" userId="5282321b06ad1a90" providerId="LiveId" clId="{3A72E947-5A0F-4BE6-9372-411B346BA769}" dt="2024-12-05T15:58:42.067" v="7591" actId="1076"/>
          <ac:grpSpMkLst>
            <pc:docMk/>
            <pc:sldMk cId="3613938919" sldId="259"/>
            <ac:grpSpMk id="4" creationId="{79D775A6-8560-4014-E99E-0F993382C4E4}"/>
          </ac:grpSpMkLst>
        </pc:grpChg>
        <pc:grpChg chg="add mod">
          <ac:chgData name="Jackie Zhou" userId="5282321b06ad1a90" providerId="LiveId" clId="{3A72E947-5A0F-4BE6-9372-411B346BA769}" dt="2024-12-05T19:04:20.320" v="9982" actId="1076"/>
          <ac:grpSpMkLst>
            <pc:docMk/>
            <pc:sldMk cId="3613938919" sldId="259"/>
            <ac:grpSpMk id="5" creationId="{D1181EB8-68A0-2EB2-86C7-C316F524F476}"/>
          </ac:grpSpMkLst>
        </pc:grpChg>
        <pc:picChg chg="add del mod modCrop">
          <ac:chgData name="Jackie Zhou" userId="5282321b06ad1a90" providerId="LiveId" clId="{3A72E947-5A0F-4BE6-9372-411B346BA769}" dt="2024-11-28T17:10:33.859" v="1020" actId="478"/>
          <ac:picMkLst>
            <pc:docMk/>
            <pc:sldMk cId="3613938919" sldId="259"/>
            <ac:picMk id="5" creationId="{B50EEEF0-BD6C-88ED-18D3-40C70D468423}"/>
          </ac:picMkLst>
        </pc:picChg>
        <pc:picChg chg="add del mod modCrop">
          <ac:chgData name="Jackie Zhou" userId="5282321b06ad1a90" providerId="LiveId" clId="{3A72E947-5A0F-4BE6-9372-411B346BA769}" dt="2024-11-28T17:14:19.022" v="1030" actId="478"/>
          <ac:picMkLst>
            <pc:docMk/>
            <pc:sldMk cId="3613938919" sldId="259"/>
            <ac:picMk id="7" creationId="{CB877932-4D1F-6B91-C996-2C5512A1773F}"/>
          </ac:picMkLst>
        </pc:picChg>
        <pc:picChg chg="add mod">
          <ac:chgData name="Jackie Zhou" userId="5282321b06ad1a90" providerId="LiveId" clId="{3A72E947-5A0F-4BE6-9372-411B346BA769}" dt="2024-11-28T17:10:42.471" v="1024"/>
          <ac:picMkLst>
            <pc:docMk/>
            <pc:sldMk cId="3613938919" sldId="259"/>
            <ac:picMk id="8" creationId="{5702F7D5-B335-70A7-E761-4CA4491DABEA}"/>
          </ac:picMkLst>
        </pc:picChg>
        <pc:picChg chg="add del mod">
          <ac:chgData name="Jackie Zhou" userId="5282321b06ad1a90" providerId="LiveId" clId="{3A72E947-5A0F-4BE6-9372-411B346BA769}" dt="2024-11-28T17:24:54.092" v="1040" actId="478"/>
          <ac:picMkLst>
            <pc:docMk/>
            <pc:sldMk cId="3613938919" sldId="259"/>
            <ac:picMk id="10" creationId="{3AC2F152-26DD-54A5-1744-0FDC4BC241FA}"/>
          </ac:picMkLst>
        </pc:picChg>
        <pc:picChg chg="add del mod modCrop">
          <ac:chgData name="Jackie Zhou" userId="5282321b06ad1a90" providerId="LiveId" clId="{3A72E947-5A0F-4BE6-9372-411B346BA769}" dt="2024-11-28T17:38:27.784" v="1047" actId="478"/>
          <ac:picMkLst>
            <pc:docMk/>
            <pc:sldMk cId="3613938919" sldId="259"/>
            <ac:picMk id="11" creationId="{15373482-621C-59F3-E6DD-3F1CCE5971D3}"/>
          </ac:picMkLst>
        </pc:picChg>
        <pc:picChg chg="add del mod">
          <ac:chgData name="Jackie Zhou" userId="5282321b06ad1a90" providerId="LiveId" clId="{3A72E947-5A0F-4BE6-9372-411B346BA769}" dt="2024-11-28T17:38:46.701" v="1056" actId="26606"/>
          <ac:picMkLst>
            <pc:docMk/>
            <pc:sldMk cId="3613938919" sldId="259"/>
            <ac:picMk id="12" creationId="{019040C1-FDA2-BA8D-7696-5DB888BCFBBB}"/>
          </ac:picMkLst>
        </pc:picChg>
        <pc:picChg chg="add del mod modCrop">
          <ac:chgData name="Jackie Zhou" userId="5282321b06ad1a90" providerId="LiveId" clId="{3A72E947-5A0F-4BE6-9372-411B346BA769}" dt="2024-11-28T17:39:52.019" v="1065" actId="478"/>
          <ac:picMkLst>
            <pc:docMk/>
            <pc:sldMk cId="3613938919" sldId="259"/>
            <ac:picMk id="14" creationId="{8A4C317C-801F-756C-CB4A-9DDF8AFD55C8}"/>
          </ac:picMkLst>
        </pc:picChg>
        <pc:picChg chg="add del">
          <ac:chgData name="Jackie Zhou" userId="5282321b06ad1a90" providerId="LiveId" clId="{3A72E947-5A0F-4BE6-9372-411B346BA769}" dt="2024-11-28T17:40:00.256" v="1067" actId="478"/>
          <ac:picMkLst>
            <pc:docMk/>
            <pc:sldMk cId="3613938919" sldId="259"/>
            <ac:picMk id="15" creationId="{DA88CC24-5D11-F48A-7F9E-F98052FAD6E8}"/>
          </ac:picMkLst>
        </pc:picChg>
        <pc:picChg chg="add del mod modCrop">
          <ac:chgData name="Jackie Zhou" userId="5282321b06ad1a90" providerId="LiveId" clId="{3A72E947-5A0F-4BE6-9372-411B346BA769}" dt="2024-11-28T17:43:12.759" v="1076" actId="478"/>
          <ac:picMkLst>
            <pc:docMk/>
            <pc:sldMk cId="3613938919" sldId="259"/>
            <ac:picMk id="18" creationId="{AF3F3253-4D3D-C67E-860E-3FB4EBE1EDF3}"/>
          </ac:picMkLst>
        </pc:picChg>
        <pc:picChg chg="add mod ord modCrop">
          <ac:chgData name="Jackie Zhou" userId="5282321b06ad1a90" providerId="LiveId" clId="{3A72E947-5A0F-4BE6-9372-411B346BA769}" dt="2024-12-05T19:04:26.177" v="9983" actId="1076"/>
          <ac:picMkLst>
            <pc:docMk/>
            <pc:sldMk cId="3613938919" sldId="259"/>
            <ac:picMk id="21" creationId="{BFE0FA42-FA54-3B89-7747-496F55D59421}"/>
          </ac:picMkLst>
        </pc:picChg>
        <pc:picChg chg="add mod">
          <ac:chgData name="Jackie Zhou" userId="5282321b06ad1a90" providerId="LiveId" clId="{3A72E947-5A0F-4BE6-9372-411B346BA769}" dt="2024-12-05T15:58:34.231" v="7588" actId="164"/>
          <ac:picMkLst>
            <pc:docMk/>
            <pc:sldMk cId="3613938919" sldId="259"/>
            <ac:picMk id="27" creationId="{2B3CB135-63B4-5F46-E261-39B9628CC7DA}"/>
          </ac:picMkLst>
        </pc:picChg>
      </pc:sldChg>
      <pc:sldChg chg="addSp delSp modSp mod modNotesTx">
        <pc:chgData name="Jackie Zhou" userId="5282321b06ad1a90" providerId="LiveId" clId="{3A72E947-5A0F-4BE6-9372-411B346BA769}" dt="2024-12-05T16:01:29.272" v="7942" actId="33524"/>
        <pc:sldMkLst>
          <pc:docMk/>
          <pc:sldMk cId="153332046" sldId="260"/>
        </pc:sldMkLst>
        <pc:spChg chg="mod">
          <ac:chgData name="Jackie Zhou" userId="5282321b06ad1a90" providerId="LiveId" clId="{3A72E947-5A0F-4BE6-9372-411B346BA769}" dt="2024-11-29T13:53:11.804" v="4209" actId="1035"/>
          <ac:spMkLst>
            <pc:docMk/>
            <pc:sldMk cId="153332046" sldId="260"/>
            <ac:spMk id="2" creationId="{31DA9852-60BF-4A19-2A3B-7888B00078E5}"/>
          </ac:spMkLst>
        </pc:spChg>
        <pc:spChg chg="del">
          <ac:chgData name="Jackie Zhou" userId="5282321b06ad1a90" providerId="LiveId" clId="{3A72E947-5A0F-4BE6-9372-411B346BA769}" dt="2024-11-28T18:17:36.641" v="1282"/>
          <ac:spMkLst>
            <pc:docMk/>
            <pc:sldMk cId="153332046" sldId="260"/>
            <ac:spMk id="3" creationId="{3CD9C719-9164-E5F4-F80F-6D4E4D5D236A}"/>
          </ac:spMkLst>
        </pc:spChg>
        <pc:spChg chg="add del mod">
          <ac:chgData name="Jackie Zhou" userId="5282321b06ad1a90" providerId="LiveId" clId="{3A72E947-5A0F-4BE6-9372-411B346BA769}" dt="2024-11-28T18:20:01.857" v="1286"/>
          <ac:spMkLst>
            <pc:docMk/>
            <pc:sldMk cId="153332046" sldId="260"/>
            <ac:spMk id="7" creationId="{09CAFFBF-6412-7DF1-6690-4757BD67092E}"/>
          </ac:spMkLst>
        </pc:spChg>
        <pc:spChg chg="add mod">
          <ac:chgData name="Jackie Zhou" userId="5282321b06ad1a90" providerId="LiveId" clId="{3A72E947-5A0F-4BE6-9372-411B346BA769}" dt="2024-11-28T21:25:38.471" v="2660" actId="14100"/>
          <ac:spMkLst>
            <pc:docMk/>
            <pc:sldMk cId="153332046" sldId="260"/>
            <ac:spMk id="10" creationId="{C05A6345-1876-6854-B7A8-5EEE806097FA}"/>
          </ac:spMkLst>
        </pc:spChg>
        <pc:picChg chg="add del mod">
          <ac:chgData name="Jackie Zhou" userId="5282321b06ad1a90" providerId="LiveId" clId="{3A72E947-5A0F-4BE6-9372-411B346BA769}" dt="2024-11-28T18:20:01.617" v="1285" actId="478"/>
          <ac:picMkLst>
            <pc:docMk/>
            <pc:sldMk cId="153332046" sldId="260"/>
            <ac:picMk id="5" creationId="{FB4D4BD7-8475-E7A8-5F28-689FB7CDC200}"/>
          </ac:picMkLst>
        </pc:picChg>
        <pc:picChg chg="add mod">
          <ac:chgData name="Jackie Zhou" userId="5282321b06ad1a90" providerId="LiveId" clId="{3A72E947-5A0F-4BE6-9372-411B346BA769}" dt="2024-11-28T21:25:39.384" v="2661" actId="1076"/>
          <ac:picMkLst>
            <pc:docMk/>
            <pc:sldMk cId="153332046" sldId="260"/>
            <ac:picMk id="9" creationId="{E18E2B2B-7D5C-2F5C-893C-06B85A6759C8}"/>
          </ac:picMkLst>
        </pc:picChg>
      </pc:sldChg>
      <pc:sldChg chg="addSp delSp modSp del mod modNotesTx">
        <pc:chgData name="Jackie Zhou" userId="5282321b06ad1a90" providerId="LiveId" clId="{3A72E947-5A0F-4BE6-9372-411B346BA769}" dt="2024-11-29T19:15:01.823" v="6132" actId="47"/>
        <pc:sldMkLst>
          <pc:docMk/>
          <pc:sldMk cId="954957101" sldId="261"/>
        </pc:sldMkLst>
        <pc:spChg chg="mod">
          <ac:chgData name="Jackie Zhou" userId="5282321b06ad1a90" providerId="LiveId" clId="{3A72E947-5A0F-4BE6-9372-411B346BA769}" dt="2024-11-29T13:53:31.529" v="4229" actId="1035"/>
          <ac:spMkLst>
            <pc:docMk/>
            <pc:sldMk cId="954957101" sldId="261"/>
            <ac:spMk id="2" creationId="{ED03253E-6AAB-F57F-1B85-11B362588D69}"/>
          </ac:spMkLst>
        </pc:spChg>
        <pc:spChg chg="del">
          <ac:chgData name="Jackie Zhou" userId="5282321b06ad1a90" providerId="LiveId" clId="{3A72E947-5A0F-4BE6-9372-411B346BA769}" dt="2024-11-28T21:27:39.195" v="2694" actId="478"/>
          <ac:spMkLst>
            <pc:docMk/>
            <pc:sldMk cId="954957101" sldId="261"/>
            <ac:spMk id="3" creationId="{02C213BD-F03C-D819-B7AA-E4B7D33734B4}"/>
          </ac:spMkLst>
        </pc:spChg>
        <pc:spChg chg="add mod">
          <ac:chgData name="Jackie Zhou" userId="5282321b06ad1a90" providerId="LiveId" clId="{3A72E947-5A0F-4BE6-9372-411B346BA769}" dt="2024-11-29T18:29:19.149" v="4703" actId="20577"/>
          <ac:spMkLst>
            <pc:docMk/>
            <pc:sldMk cId="954957101" sldId="261"/>
            <ac:spMk id="4" creationId="{BC46BB8D-742C-325A-CE76-3A1B59BF1223}"/>
          </ac:spMkLst>
        </pc:spChg>
        <pc:spChg chg="add mod">
          <ac:chgData name="Jackie Zhou" userId="5282321b06ad1a90" providerId="LiveId" clId="{3A72E947-5A0F-4BE6-9372-411B346BA769}" dt="2024-11-29T18:29:27.510" v="4708" actId="20577"/>
          <ac:spMkLst>
            <pc:docMk/>
            <pc:sldMk cId="954957101" sldId="261"/>
            <ac:spMk id="5" creationId="{51A4F122-BD4F-009A-B4FA-62EDE7D6F585}"/>
          </ac:spMkLst>
        </pc:spChg>
        <pc:spChg chg="add">
          <ac:chgData name="Jackie Zhou" userId="5282321b06ad1a90" providerId="LiveId" clId="{3A72E947-5A0F-4BE6-9372-411B346BA769}" dt="2024-11-28T21:35:49.956" v="2697"/>
          <ac:spMkLst>
            <pc:docMk/>
            <pc:sldMk cId="954957101" sldId="261"/>
            <ac:spMk id="6" creationId="{9646548F-F90D-A4F6-4BEF-40F250F30E13}"/>
          </ac:spMkLst>
        </pc:spChg>
        <pc:spChg chg="add">
          <ac:chgData name="Jackie Zhou" userId="5282321b06ad1a90" providerId="LiveId" clId="{3A72E947-5A0F-4BE6-9372-411B346BA769}" dt="2024-11-28T21:41:10.185" v="2741"/>
          <ac:spMkLst>
            <pc:docMk/>
            <pc:sldMk cId="954957101" sldId="261"/>
            <ac:spMk id="8" creationId="{8930EEA7-76E4-1FDD-8FD7-6E24A0694B2A}"/>
          </ac:spMkLst>
        </pc:spChg>
        <pc:picChg chg="add del mod">
          <ac:chgData name="Jackie Zhou" userId="5282321b06ad1a90" providerId="LiveId" clId="{3A72E947-5A0F-4BE6-9372-411B346BA769}" dt="2024-11-28T21:46:35.034" v="2851" actId="478"/>
          <ac:picMkLst>
            <pc:docMk/>
            <pc:sldMk cId="954957101" sldId="261"/>
            <ac:picMk id="7" creationId="{91A85BD9-EF88-C0FF-15E5-113FA441FED0}"/>
          </ac:picMkLst>
        </pc:picChg>
        <pc:picChg chg="add del mod">
          <ac:chgData name="Jackie Zhou" userId="5282321b06ad1a90" providerId="LiveId" clId="{3A72E947-5A0F-4BE6-9372-411B346BA769}" dt="2024-11-28T21:49:36.578" v="2877" actId="478"/>
          <ac:picMkLst>
            <pc:docMk/>
            <pc:sldMk cId="954957101" sldId="261"/>
            <ac:picMk id="9" creationId="{E9938CA2-F416-ECF2-EC79-B9A2632EE9B6}"/>
          </ac:picMkLst>
        </pc:picChg>
        <pc:picChg chg="add del mod">
          <ac:chgData name="Jackie Zhou" userId="5282321b06ad1a90" providerId="LiveId" clId="{3A72E947-5A0F-4BE6-9372-411B346BA769}" dt="2024-11-28T22:03:31.273" v="3155" actId="478"/>
          <ac:picMkLst>
            <pc:docMk/>
            <pc:sldMk cId="954957101" sldId="261"/>
            <ac:picMk id="10" creationId="{EEFCCCAC-D35E-D1C4-0BB1-77831B39166F}"/>
          </ac:picMkLst>
        </pc:picChg>
        <pc:picChg chg="add del mod">
          <ac:chgData name="Jackie Zhou" userId="5282321b06ad1a90" providerId="LiveId" clId="{3A72E947-5A0F-4BE6-9372-411B346BA769}" dt="2024-11-29T13:52:22.393" v="4181" actId="478"/>
          <ac:picMkLst>
            <pc:docMk/>
            <pc:sldMk cId="954957101" sldId="261"/>
            <ac:picMk id="12" creationId="{11BA6644-56CD-B8BB-C916-ECD63EF35A97}"/>
          </ac:picMkLst>
        </pc:picChg>
        <pc:picChg chg="add mod">
          <ac:chgData name="Jackie Zhou" userId="5282321b06ad1a90" providerId="LiveId" clId="{3A72E947-5A0F-4BE6-9372-411B346BA769}" dt="2024-11-29T13:52:37.883" v="4189" actId="1076"/>
          <ac:picMkLst>
            <pc:docMk/>
            <pc:sldMk cId="954957101" sldId="261"/>
            <ac:picMk id="14" creationId="{F3DACDA5-2D38-92E7-2AA1-30823DB0C1D0}"/>
          </ac:picMkLst>
        </pc:picChg>
      </pc:sldChg>
      <pc:sldChg chg="addSp delSp modSp mod modNotesTx">
        <pc:chgData name="Jackie Zhou" userId="5282321b06ad1a90" providerId="LiveId" clId="{3A72E947-5A0F-4BE6-9372-411B346BA769}" dt="2024-12-05T17:57:44.177" v="9963" actId="20577"/>
        <pc:sldMkLst>
          <pc:docMk/>
          <pc:sldMk cId="2807022800" sldId="262"/>
        </pc:sldMkLst>
        <pc:spChg chg="mod">
          <ac:chgData name="Jackie Zhou" userId="5282321b06ad1a90" providerId="LiveId" clId="{3A72E947-5A0F-4BE6-9372-411B346BA769}" dt="2024-11-29T18:26:06.695" v="4594" actId="20577"/>
          <ac:spMkLst>
            <pc:docMk/>
            <pc:sldMk cId="2807022800" sldId="262"/>
            <ac:spMk id="2" creationId="{2D6B8DFA-F50E-7432-B66F-08A24879302F}"/>
          </ac:spMkLst>
        </pc:spChg>
        <pc:spChg chg="del mod">
          <ac:chgData name="Jackie Zhou" userId="5282321b06ad1a90" providerId="LiveId" clId="{3A72E947-5A0F-4BE6-9372-411B346BA769}" dt="2024-11-29T18:26:11.172" v="4595" actId="478"/>
          <ac:spMkLst>
            <pc:docMk/>
            <pc:sldMk cId="2807022800" sldId="262"/>
            <ac:spMk id="3" creationId="{48FC717D-862B-15BB-4519-3C42199D6E56}"/>
          </ac:spMkLst>
        </pc:spChg>
        <pc:spChg chg="add mod">
          <ac:chgData name="Jackie Zhou" userId="5282321b06ad1a90" providerId="LiveId" clId="{3A72E947-5A0F-4BE6-9372-411B346BA769}" dt="2024-12-05T16:28:18.224" v="8851" actId="164"/>
          <ac:spMkLst>
            <pc:docMk/>
            <pc:sldMk cId="2807022800" sldId="262"/>
            <ac:spMk id="4" creationId="{761DA47C-6002-9DCE-6F7A-8DFDD69EFA60}"/>
          </ac:spMkLst>
        </pc:spChg>
        <pc:spChg chg="add del mod">
          <ac:chgData name="Jackie Zhou" userId="5282321b06ad1a90" providerId="LiveId" clId="{3A72E947-5A0F-4BE6-9372-411B346BA769}" dt="2024-11-28T22:00:25.475" v="3131" actId="478"/>
          <ac:spMkLst>
            <pc:docMk/>
            <pc:sldMk cId="2807022800" sldId="262"/>
            <ac:spMk id="5" creationId="{94D0B60C-1076-0782-950A-F2A8A85A2CCC}"/>
          </ac:spMkLst>
        </pc:spChg>
        <pc:spChg chg="add del mod">
          <ac:chgData name="Jackie Zhou" userId="5282321b06ad1a90" providerId="LiveId" clId="{3A72E947-5A0F-4BE6-9372-411B346BA769}" dt="2024-11-28T21:56:10.877" v="3039" actId="478"/>
          <ac:spMkLst>
            <pc:docMk/>
            <pc:sldMk cId="2807022800" sldId="262"/>
            <ac:spMk id="7" creationId="{98E1CAB5-DBA4-A230-A9EE-78404EC7174C}"/>
          </ac:spMkLst>
        </pc:spChg>
        <pc:spChg chg="add del mod">
          <ac:chgData name="Jackie Zhou" userId="5282321b06ad1a90" providerId="LiveId" clId="{3A72E947-5A0F-4BE6-9372-411B346BA769}" dt="2024-11-28T21:57:11.418" v="3058" actId="478"/>
          <ac:spMkLst>
            <pc:docMk/>
            <pc:sldMk cId="2807022800" sldId="262"/>
            <ac:spMk id="8" creationId="{90FC1B93-06FC-6639-2D4D-43DD58A39CFA}"/>
          </ac:spMkLst>
        </pc:spChg>
        <pc:spChg chg="add mod">
          <ac:chgData name="Jackie Zhou" userId="5282321b06ad1a90" providerId="LiveId" clId="{3A72E947-5A0F-4BE6-9372-411B346BA769}" dt="2024-12-05T16:28:18.224" v="8851" actId="164"/>
          <ac:spMkLst>
            <pc:docMk/>
            <pc:sldMk cId="2807022800" sldId="262"/>
            <ac:spMk id="12" creationId="{9FCB9A91-03C7-F7D3-0E4A-164EDC60EE07}"/>
          </ac:spMkLst>
        </pc:spChg>
        <pc:spChg chg="add mod">
          <ac:chgData name="Jackie Zhou" userId="5282321b06ad1a90" providerId="LiveId" clId="{3A72E947-5A0F-4BE6-9372-411B346BA769}" dt="2024-11-28T22:32:53.154" v="3583"/>
          <ac:spMkLst>
            <pc:docMk/>
            <pc:sldMk cId="2807022800" sldId="262"/>
            <ac:spMk id="14" creationId="{E4E0BD2E-C1B0-CEF2-3D0A-E88C6EE85ACE}"/>
          </ac:spMkLst>
        </pc:spChg>
        <pc:spChg chg="add mod">
          <ac:chgData name="Jackie Zhou" userId="5282321b06ad1a90" providerId="LiveId" clId="{3A72E947-5A0F-4BE6-9372-411B346BA769}" dt="2024-11-29T18:45:43.849" v="5414" actId="207"/>
          <ac:spMkLst>
            <pc:docMk/>
            <pc:sldMk cId="2807022800" sldId="262"/>
            <ac:spMk id="15" creationId="{6271D446-C7F8-6855-C5FD-5B494E48DB49}"/>
          </ac:spMkLst>
        </pc:spChg>
        <pc:spChg chg="add del">
          <ac:chgData name="Jackie Zhou" userId="5282321b06ad1a90" providerId="LiveId" clId="{3A72E947-5A0F-4BE6-9372-411B346BA769}" dt="2024-11-28T22:46:57.404" v="4137" actId="22"/>
          <ac:spMkLst>
            <pc:docMk/>
            <pc:sldMk cId="2807022800" sldId="262"/>
            <ac:spMk id="17" creationId="{11F72D62-8B43-6328-8580-D3E5AD683285}"/>
          </ac:spMkLst>
        </pc:spChg>
        <pc:spChg chg="add mod">
          <ac:chgData name="Jackie Zhou" userId="5282321b06ad1a90" providerId="LiveId" clId="{3A72E947-5A0F-4BE6-9372-411B346BA769}" dt="2024-12-05T16:29:09.313" v="9002" actId="20577"/>
          <ac:spMkLst>
            <pc:docMk/>
            <pc:sldMk cId="2807022800" sldId="262"/>
            <ac:spMk id="19" creationId="{4BC759FA-E9BF-7F1F-110B-458F769021FF}"/>
          </ac:spMkLst>
        </pc:spChg>
        <pc:spChg chg="add del mod">
          <ac:chgData name="Jackie Zhou" userId="5282321b06ad1a90" providerId="LiveId" clId="{3A72E947-5A0F-4BE6-9372-411B346BA769}" dt="2024-11-29T18:26:19.441" v="4596" actId="478"/>
          <ac:spMkLst>
            <pc:docMk/>
            <pc:sldMk cId="2807022800" sldId="262"/>
            <ac:spMk id="21" creationId="{2A9D2DAB-B59F-A45F-4747-C3528A9C97F2}"/>
          </ac:spMkLst>
        </pc:spChg>
        <pc:spChg chg="add mod">
          <ac:chgData name="Jackie Zhou" userId="5282321b06ad1a90" providerId="LiveId" clId="{3A72E947-5A0F-4BE6-9372-411B346BA769}" dt="2024-11-29T18:45:26.551" v="5412" actId="14100"/>
          <ac:spMkLst>
            <pc:docMk/>
            <pc:sldMk cId="2807022800" sldId="262"/>
            <ac:spMk id="22" creationId="{674DBF53-4EC7-58B9-E3EE-2D6CF9392451}"/>
          </ac:spMkLst>
        </pc:spChg>
        <pc:spChg chg="add mod">
          <ac:chgData name="Jackie Zhou" userId="5282321b06ad1a90" providerId="LiveId" clId="{3A72E947-5A0F-4BE6-9372-411B346BA769}" dt="2024-11-29T18:44:59.181" v="5401" actId="14100"/>
          <ac:spMkLst>
            <pc:docMk/>
            <pc:sldMk cId="2807022800" sldId="262"/>
            <ac:spMk id="23" creationId="{18FB0B39-AC5C-9759-DB43-0BBD3EE828F7}"/>
          </ac:spMkLst>
        </pc:spChg>
        <pc:spChg chg="add mod">
          <ac:chgData name="Jackie Zhou" userId="5282321b06ad1a90" providerId="LiveId" clId="{3A72E947-5A0F-4BE6-9372-411B346BA769}" dt="2024-11-29T18:45:06.257" v="5405" actId="1035"/>
          <ac:spMkLst>
            <pc:docMk/>
            <pc:sldMk cId="2807022800" sldId="262"/>
            <ac:spMk id="24" creationId="{569B5A36-3019-28E1-3479-56C4643846D5}"/>
          </ac:spMkLst>
        </pc:spChg>
        <pc:spChg chg="add mod">
          <ac:chgData name="Jackie Zhou" userId="5282321b06ad1a90" providerId="LiveId" clId="{3A72E947-5A0F-4BE6-9372-411B346BA769}" dt="2024-11-29T18:46:56.075" v="5430" actId="14100"/>
          <ac:spMkLst>
            <pc:docMk/>
            <pc:sldMk cId="2807022800" sldId="262"/>
            <ac:spMk id="25" creationId="{B2176596-2154-A500-7F73-FA2B50698C39}"/>
          </ac:spMkLst>
        </pc:spChg>
        <pc:spChg chg="add mod">
          <ac:chgData name="Jackie Zhou" userId="5282321b06ad1a90" providerId="LiveId" clId="{3A72E947-5A0F-4BE6-9372-411B346BA769}" dt="2024-11-29T18:45:50.185" v="5416" actId="1076"/>
          <ac:spMkLst>
            <pc:docMk/>
            <pc:sldMk cId="2807022800" sldId="262"/>
            <ac:spMk id="26" creationId="{7E6007EE-2D16-8B11-1F6E-0354D2F2EC1A}"/>
          </ac:spMkLst>
        </pc:spChg>
        <pc:spChg chg="add mod">
          <ac:chgData name="Jackie Zhou" userId="5282321b06ad1a90" providerId="LiveId" clId="{3A72E947-5A0F-4BE6-9372-411B346BA769}" dt="2024-11-29T18:46:02.407" v="5419" actId="1076"/>
          <ac:spMkLst>
            <pc:docMk/>
            <pc:sldMk cId="2807022800" sldId="262"/>
            <ac:spMk id="27" creationId="{3A233943-14DF-5EBF-FD79-D862A8C7952C}"/>
          </ac:spMkLst>
        </pc:spChg>
        <pc:spChg chg="add mod">
          <ac:chgData name="Jackie Zhou" userId="5282321b06ad1a90" providerId="LiveId" clId="{3A72E947-5A0F-4BE6-9372-411B346BA769}" dt="2024-11-29T18:46:23.718" v="5425" actId="14100"/>
          <ac:spMkLst>
            <pc:docMk/>
            <pc:sldMk cId="2807022800" sldId="262"/>
            <ac:spMk id="28" creationId="{D9BB6AA1-0AD8-2FA7-4EDC-4769269B7BC1}"/>
          </ac:spMkLst>
        </pc:spChg>
        <pc:spChg chg="add del">
          <ac:chgData name="Jackie Zhou" userId="5282321b06ad1a90" providerId="LiveId" clId="{3A72E947-5A0F-4BE6-9372-411B346BA769}" dt="2024-11-29T18:47:29.745" v="5432" actId="478"/>
          <ac:spMkLst>
            <pc:docMk/>
            <pc:sldMk cId="2807022800" sldId="262"/>
            <ac:spMk id="29" creationId="{0AEAD746-743C-0805-FCFD-C84E5CA2D5B2}"/>
          </ac:spMkLst>
        </pc:spChg>
        <pc:spChg chg="add mod">
          <ac:chgData name="Jackie Zhou" userId="5282321b06ad1a90" providerId="LiveId" clId="{3A72E947-5A0F-4BE6-9372-411B346BA769}" dt="2024-11-29T18:51:37.200" v="5456" actId="1076"/>
          <ac:spMkLst>
            <pc:docMk/>
            <pc:sldMk cId="2807022800" sldId="262"/>
            <ac:spMk id="38" creationId="{B285A608-6FEC-DEC1-BBD6-A04DCB3083EF}"/>
          </ac:spMkLst>
        </pc:spChg>
        <pc:spChg chg="add mod">
          <ac:chgData name="Jackie Zhou" userId="5282321b06ad1a90" providerId="LiveId" clId="{3A72E947-5A0F-4BE6-9372-411B346BA769}" dt="2024-11-29T18:51:37.200" v="5456" actId="1076"/>
          <ac:spMkLst>
            <pc:docMk/>
            <pc:sldMk cId="2807022800" sldId="262"/>
            <ac:spMk id="39" creationId="{72A5CA22-2C84-6122-1796-F944B9EE0397}"/>
          </ac:spMkLst>
        </pc:spChg>
        <pc:spChg chg="add mod">
          <ac:chgData name="Jackie Zhou" userId="5282321b06ad1a90" providerId="LiveId" clId="{3A72E947-5A0F-4BE6-9372-411B346BA769}" dt="2024-11-29T18:51:37.200" v="5456" actId="1076"/>
          <ac:spMkLst>
            <pc:docMk/>
            <pc:sldMk cId="2807022800" sldId="262"/>
            <ac:spMk id="40" creationId="{0C1DCD8E-14F1-682D-7640-7545D8494E80}"/>
          </ac:spMkLst>
        </pc:spChg>
        <pc:spChg chg="add mod">
          <ac:chgData name="Jackie Zhou" userId="5282321b06ad1a90" providerId="LiveId" clId="{3A72E947-5A0F-4BE6-9372-411B346BA769}" dt="2024-11-29T18:52:37.371" v="5464" actId="14100"/>
          <ac:spMkLst>
            <pc:docMk/>
            <pc:sldMk cId="2807022800" sldId="262"/>
            <ac:spMk id="42" creationId="{CCFC4D7C-4659-1AA8-20E7-D56948F4B2CA}"/>
          </ac:spMkLst>
        </pc:spChg>
        <pc:spChg chg="add mod">
          <ac:chgData name="Jackie Zhou" userId="5282321b06ad1a90" providerId="LiveId" clId="{3A72E947-5A0F-4BE6-9372-411B346BA769}" dt="2024-11-29T18:52:45.479" v="5466" actId="1076"/>
          <ac:spMkLst>
            <pc:docMk/>
            <pc:sldMk cId="2807022800" sldId="262"/>
            <ac:spMk id="44" creationId="{B6BF2DCF-D822-7855-9B70-514C9DA905A1}"/>
          </ac:spMkLst>
        </pc:spChg>
        <pc:spChg chg="add mod">
          <ac:chgData name="Jackie Zhou" userId="5282321b06ad1a90" providerId="LiveId" clId="{3A72E947-5A0F-4BE6-9372-411B346BA769}" dt="2024-11-29T18:53:54.989" v="5478" actId="14100"/>
          <ac:spMkLst>
            <pc:docMk/>
            <pc:sldMk cId="2807022800" sldId="262"/>
            <ac:spMk id="45" creationId="{60D130EB-FE09-FD97-ADD3-76A321871413}"/>
          </ac:spMkLst>
        </pc:spChg>
        <pc:grpChg chg="add mod">
          <ac:chgData name="Jackie Zhou" userId="5282321b06ad1a90" providerId="LiveId" clId="{3A72E947-5A0F-4BE6-9372-411B346BA769}" dt="2024-12-05T16:28:21.793" v="8852" actId="1076"/>
          <ac:grpSpMkLst>
            <pc:docMk/>
            <pc:sldMk cId="2807022800" sldId="262"/>
            <ac:grpSpMk id="3" creationId="{A217BCA2-AD38-1663-FEB1-07D07028CEF8}"/>
          </ac:grpSpMkLst>
        </pc:grpChg>
        <pc:grpChg chg="add mod">
          <ac:chgData name="Jackie Zhou" userId="5282321b06ad1a90" providerId="LiveId" clId="{3A72E947-5A0F-4BE6-9372-411B346BA769}" dt="2024-12-05T16:28:18.224" v="8851" actId="164"/>
          <ac:grpSpMkLst>
            <pc:docMk/>
            <pc:sldMk cId="2807022800" sldId="262"/>
            <ac:grpSpMk id="13" creationId="{2E86FAF3-298B-9073-E361-C62E3DBD38BA}"/>
          </ac:grpSpMkLst>
        </pc:grpChg>
        <pc:picChg chg="add mod modCrop">
          <ac:chgData name="Jackie Zhou" userId="5282321b06ad1a90" providerId="LiveId" clId="{3A72E947-5A0F-4BE6-9372-411B346BA769}" dt="2024-12-05T16:28:18.224" v="8851" actId="164"/>
          <ac:picMkLst>
            <pc:docMk/>
            <pc:sldMk cId="2807022800" sldId="262"/>
            <ac:picMk id="6" creationId="{13042A1F-F14F-E9A9-6DDE-0B27E3C24F2C}"/>
          </ac:picMkLst>
        </pc:picChg>
        <pc:picChg chg="add del mod ord modCrop">
          <ac:chgData name="Jackie Zhou" userId="5282321b06ad1a90" providerId="LiveId" clId="{3A72E947-5A0F-4BE6-9372-411B346BA769}" dt="2024-11-28T21:58:33.662" v="3096" actId="478"/>
          <ac:picMkLst>
            <pc:docMk/>
            <pc:sldMk cId="2807022800" sldId="262"/>
            <ac:picMk id="9" creationId="{43537B4A-198A-11D1-6724-9D1ECE60FB36}"/>
          </ac:picMkLst>
        </pc:picChg>
        <pc:picChg chg="add mod ord modCrop">
          <ac:chgData name="Jackie Zhou" userId="5282321b06ad1a90" providerId="LiveId" clId="{3A72E947-5A0F-4BE6-9372-411B346BA769}" dt="2024-11-28T22:00:47.604" v="3150" actId="164"/>
          <ac:picMkLst>
            <pc:docMk/>
            <pc:sldMk cId="2807022800" sldId="262"/>
            <ac:picMk id="10" creationId="{79E99BAC-1B14-DA55-6A34-B785ECBA5A73}"/>
          </ac:picMkLst>
        </pc:picChg>
        <pc:picChg chg="add mod modCrop">
          <ac:chgData name="Jackie Zhou" userId="5282321b06ad1a90" providerId="LiveId" clId="{3A72E947-5A0F-4BE6-9372-411B346BA769}" dt="2024-11-28T22:00:47.604" v="3150" actId="164"/>
          <ac:picMkLst>
            <pc:docMk/>
            <pc:sldMk cId="2807022800" sldId="262"/>
            <ac:picMk id="11" creationId="{12EEF7A0-64FC-9D64-F839-DCCB35292CD3}"/>
          </ac:picMkLst>
        </pc:picChg>
        <pc:picChg chg="add mod">
          <ac:chgData name="Jackie Zhou" userId="5282321b06ad1a90" providerId="LiveId" clId="{3A72E947-5A0F-4BE6-9372-411B346BA769}" dt="2024-12-05T16:28:18.224" v="8851" actId="164"/>
          <ac:picMkLst>
            <pc:docMk/>
            <pc:sldMk cId="2807022800" sldId="262"/>
            <ac:picMk id="31" creationId="{FAE0290A-8B6A-5ECA-3277-5BE4D44D6641}"/>
          </ac:picMkLst>
        </pc:picChg>
        <pc:picChg chg="add mod">
          <ac:chgData name="Jackie Zhou" userId="5282321b06ad1a90" providerId="LiveId" clId="{3A72E947-5A0F-4BE6-9372-411B346BA769}" dt="2024-12-05T16:28:18.224" v="8851" actId="164"/>
          <ac:picMkLst>
            <pc:docMk/>
            <pc:sldMk cId="2807022800" sldId="262"/>
            <ac:picMk id="33" creationId="{0EF792CF-4BF3-D2AD-AFF0-BC524B7D1FFC}"/>
          </ac:picMkLst>
        </pc:picChg>
        <pc:picChg chg="add mod">
          <ac:chgData name="Jackie Zhou" userId="5282321b06ad1a90" providerId="LiveId" clId="{3A72E947-5A0F-4BE6-9372-411B346BA769}" dt="2024-12-05T16:28:18.224" v="8851" actId="164"/>
          <ac:picMkLst>
            <pc:docMk/>
            <pc:sldMk cId="2807022800" sldId="262"/>
            <ac:picMk id="35" creationId="{F57CB052-A2CF-D187-8ED0-BD57FA2DC34C}"/>
          </ac:picMkLst>
        </pc:picChg>
        <pc:picChg chg="add del mod">
          <ac:chgData name="Jackie Zhou" userId="5282321b06ad1a90" providerId="LiveId" clId="{3A72E947-5A0F-4BE6-9372-411B346BA769}" dt="2024-11-29T18:54:40.746" v="5482" actId="478"/>
          <ac:picMkLst>
            <pc:docMk/>
            <pc:sldMk cId="2807022800" sldId="262"/>
            <ac:picMk id="37" creationId="{F4164778-1856-ACE0-394E-9C2D3FC493FA}"/>
          </ac:picMkLst>
        </pc:picChg>
        <pc:picChg chg="add mod">
          <ac:chgData name="Jackie Zhou" userId="5282321b06ad1a90" providerId="LiveId" clId="{3A72E947-5A0F-4BE6-9372-411B346BA769}" dt="2024-12-05T16:28:18.224" v="8851" actId="164"/>
          <ac:picMkLst>
            <pc:docMk/>
            <pc:sldMk cId="2807022800" sldId="262"/>
            <ac:picMk id="41" creationId="{BE335BCF-B891-831F-63D2-30AD9429DBCA}"/>
          </ac:picMkLst>
        </pc:picChg>
        <pc:picChg chg="add mod">
          <ac:chgData name="Jackie Zhou" userId="5282321b06ad1a90" providerId="LiveId" clId="{3A72E947-5A0F-4BE6-9372-411B346BA769}" dt="2024-12-05T16:28:18.224" v="8851" actId="164"/>
          <ac:picMkLst>
            <pc:docMk/>
            <pc:sldMk cId="2807022800" sldId="262"/>
            <ac:picMk id="43" creationId="{580E180A-B36A-09D8-F2AB-5201122DB7D0}"/>
          </ac:picMkLst>
        </pc:picChg>
        <pc:picChg chg="add mod">
          <ac:chgData name="Jackie Zhou" userId="5282321b06ad1a90" providerId="LiveId" clId="{3A72E947-5A0F-4BE6-9372-411B346BA769}" dt="2024-12-05T16:28:18.224" v="8851" actId="164"/>
          <ac:picMkLst>
            <pc:docMk/>
            <pc:sldMk cId="2807022800" sldId="262"/>
            <ac:picMk id="46" creationId="{F2C2CC6D-8757-ABD1-52A7-091767DA516E}"/>
          </ac:picMkLst>
        </pc:picChg>
      </pc:sldChg>
      <pc:sldChg chg="modSp mod">
        <pc:chgData name="Jackie Zhou" userId="5282321b06ad1a90" providerId="LiveId" clId="{3A72E947-5A0F-4BE6-9372-411B346BA769}" dt="2024-11-29T13:54:12.008" v="4244" actId="1035"/>
        <pc:sldMkLst>
          <pc:docMk/>
          <pc:sldMk cId="3601003096" sldId="263"/>
        </pc:sldMkLst>
        <pc:spChg chg="mod">
          <ac:chgData name="Jackie Zhou" userId="5282321b06ad1a90" providerId="LiveId" clId="{3A72E947-5A0F-4BE6-9372-411B346BA769}" dt="2024-11-29T13:54:12.008" v="4244" actId="1035"/>
          <ac:spMkLst>
            <pc:docMk/>
            <pc:sldMk cId="3601003096" sldId="263"/>
            <ac:spMk id="2" creationId="{33AF84FB-DDCA-B05B-2064-4D68F2E33F69}"/>
          </ac:spMkLst>
        </pc:spChg>
      </pc:sldChg>
      <pc:sldChg chg="addSp delSp modSp add mod modNotesTx">
        <pc:chgData name="Jackie Zhou" userId="5282321b06ad1a90" providerId="LiveId" clId="{3A72E947-5A0F-4BE6-9372-411B346BA769}" dt="2024-12-05T16:57:08.598" v="9880" actId="1076"/>
        <pc:sldMkLst>
          <pc:docMk/>
          <pc:sldMk cId="1778405792" sldId="264"/>
        </pc:sldMkLst>
        <pc:spChg chg="mod">
          <ac:chgData name="Jackie Zhou" userId="5282321b06ad1a90" providerId="LiveId" clId="{3A72E947-5A0F-4BE6-9372-411B346BA769}" dt="2024-11-29T13:53:24.142" v="4224" actId="20577"/>
          <ac:spMkLst>
            <pc:docMk/>
            <pc:sldMk cId="1778405792" sldId="264"/>
            <ac:spMk id="2" creationId="{A2C0CD1B-7F46-3715-CCBF-23C7B8CDFA46}"/>
          </ac:spMkLst>
        </pc:spChg>
        <pc:spChg chg="add">
          <ac:chgData name="Jackie Zhou" userId="5282321b06ad1a90" providerId="LiveId" clId="{3A72E947-5A0F-4BE6-9372-411B346BA769}" dt="2024-11-28T21:19:42.632" v="2537"/>
          <ac:spMkLst>
            <pc:docMk/>
            <pc:sldMk cId="1778405792" sldId="264"/>
            <ac:spMk id="3" creationId="{6BF2E0D9-B977-C8A0-C3C4-3540B49813C1}"/>
          </ac:spMkLst>
        </pc:spChg>
        <pc:spChg chg="add del mod">
          <ac:chgData name="Jackie Zhou" userId="5282321b06ad1a90" providerId="LiveId" clId="{3A72E947-5A0F-4BE6-9372-411B346BA769}" dt="2024-11-28T18:32:20.515" v="1779" actId="478"/>
          <ac:spMkLst>
            <pc:docMk/>
            <pc:sldMk cId="1778405792" sldId="264"/>
            <ac:spMk id="4" creationId="{2C147450-D1DA-7B92-DB0B-DB492EC22A0B}"/>
          </ac:spMkLst>
        </pc:spChg>
        <pc:spChg chg="add del mod">
          <ac:chgData name="Jackie Zhou" userId="5282321b06ad1a90" providerId="LiveId" clId="{3A72E947-5A0F-4BE6-9372-411B346BA769}" dt="2024-11-29T18:35:23.446" v="5160" actId="1035"/>
          <ac:spMkLst>
            <pc:docMk/>
            <pc:sldMk cId="1778405792" sldId="264"/>
            <ac:spMk id="5" creationId="{7BDB6791-B0D3-1368-458A-9B0C335CFE0C}"/>
          </ac:spMkLst>
        </pc:spChg>
        <pc:spChg chg="add mod">
          <ac:chgData name="Jackie Zhou" userId="5282321b06ad1a90" providerId="LiveId" clId="{3A72E947-5A0F-4BE6-9372-411B346BA769}" dt="2024-12-05T16:25:41.641" v="8390" actId="1036"/>
          <ac:spMkLst>
            <pc:docMk/>
            <pc:sldMk cId="1778405792" sldId="264"/>
            <ac:spMk id="6" creationId="{D4574439-0C1A-2323-4AD9-F78C22F8785F}"/>
          </ac:spMkLst>
        </pc:spChg>
        <pc:spChg chg="add">
          <ac:chgData name="Jackie Zhou" userId="5282321b06ad1a90" providerId="LiveId" clId="{3A72E947-5A0F-4BE6-9372-411B346BA769}" dt="2024-11-28T21:22:35.187" v="2545"/>
          <ac:spMkLst>
            <pc:docMk/>
            <pc:sldMk cId="1778405792" sldId="264"/>
            <ac:spMk id="7" creationId="{D4FF4A41-D289-77E6-A33A-59465952CFD3}"/>
          </ac:spMkLst>
        </pc:spChg>
        <pc:spChg chg="add del mod">
          <ac:chgData name="Jackie Zhou" userId="5282321b06ad1a90" providerId="LiveId" clId="{3A72E947-5A0F-4BE6-9372-411B346BA769}" dt="2024-11-28T20:06:16.491" v="2305" actId="478"/>
          <ac:spMkLst>
            <pc:docMk/>
            <pc:sldMk cId="1778405792" sldId="264"/>
            <ac:spMk id="8" creationId="{F87C6202-E342-F9F5-C65E-635DD0D9638D}"/>
          </ac:spMkLst>
        </pc:spChg>
        <pc:spChg chg="mod">
          <ac:chgData name="Jackie Zhou" userId="5282321b06ad1a90" providerId="LiveId" clId="{3A72E947-5A0F-4BE6-9372-411B346BA769}" dt="2024-11-29T18:35:29.971" v="5161" actId="255"/>
          <ac:spMkLst>
            <pc:docMk/>
            <pc:sldMk cId="1778405792" sldId="264"/>
            <ac:spMk id="10" creationId="{14FDD54E-EE03-3197-6466-ABA9F2D62ECC}"/>
          </ac:spMkLst>
        </pc:spChg>
        <pc:spChg chg="add mod">
          <ac:chgData name="Jackie Zhou" userId="5282321b06ad1a90" providerId="LiveId" clId="{3A72E947-5A0F-4BE6-9372-411B346BA769}" dt="2024-12-05T16:25:49.222" v="8398" actId="1035"/>
          <ac:spMkLst>
            <pc:docMk/>
            <pc:sldMk cId="1778405792" sldId="264"/>
            <ac:spMk id="12" creationId="{E5DA2C63-9E4D-5FC9-86DE-17E49006CA7B}"/>
          </ac:spMkLst>
        </pc:spChg>
        <pc:spChg chg="add mod">
          <ac:chgData name="Jackie Zhou" userId="5282321b06ad1a90" providerId="LiveId" clId="{3A72E947-5A0F-4BE6-9372-411B346BA769}" dt="2024-12-05T16:25:52.688" v="8400" actId="1035"/>
          <ac:spMkLst>
            <pc:docMk/>
            <pc:sldMk cId="1778405792" sldId="264"/>
            <ac:spMk id="15" creationId="{B92245F7-68E2-2A8B-0630-99E5FA80A172}"/>
          </ac:spMkLst>
        </pc:spChg>
        <pc:grpChg chg="add mod">
          <ac:chgData name="Jackie Zhou" userId="5282321b06ad1a90" providerId="LiveId" clId="{3A72E947-5A0F-4BE6-9372-411B346BA769}" dt="2024-12-05T16:57:08.598" v="9880" actId="1076"/>
          <ac:grpSpMkLst>
            <pc:docMk/>
            <pc:sldMk cId="1778405792" sldId="264"/>
            <ac:grpSpMk id="20" creationId="{8B8BBD27-E63F-0735-7F87-9342E95DF00B}"/>
          </ac:grpSpMkLst>
        </pc:grpChg>
        <pc:picChg chg="add del mod ord modCrop">
          <ac:chgData name="Jackie Zhou" userId="5282321b06ad1a90" providerId="LiveId" clId="{3A72E947-5A0F-4BE6-9372-411B346BA769}" dt="2024-11-29T18:31:03.176" v="4914" actId="478"/>
          <ac:picMkLst>
            <pc:docMk/>
            <pc:sldMk cId="1778405792" sldId="264"/>
            <ac:picMk id="4" creationId="{686BAF91-23BB-5A0B-AF18-BC6A425116E9}"/>
          </ac:picMkLst>
        </pc:picChg>
        <pc:picChg chg="add del mod modCrop">
          <ac:chgData name="Jackie Zhou" userId="5282321b06ad1a90" providerId="LiveId" clId="{3A72E947-5A0F-4BE6-9372-411B346BA769}" dt="2024-11-29T18:31:04.438" v="4915" actId="478"/>
          <ac:picMkLst>
            <pc:docMk/>
            <pc:sldMk cId="1778405792" sldId="264"/>
            <ac:picMk id="8" creationId="{D2E3AB71-5165-8171-D538-E592F7B462B1}"/>
          </ac:picMkLst>
        </pc:picChg>
        <pc:picChg chg="del">
          <ac:chgData name="Jackie Zhou" userId="5282321b06ad1a90" providerId="LiveId" clId="{3A72E947-5A0F-4BE6-9372-411B346BA769}" dt="2024-11-28T18:32:17.730" v="1778" actId="478"/>
          <ac:picMkLst>
            <pc:docMk/>
            <pc:sldMk cId="1778405792" sldId="264"/>
            <ac:picMk id="9" creationId="{27A1136C-48DC-71E0-968A-A1193729B9F9}"/>
          </ac:picMkLst>
        </pc:picChg>
        <pc:picChg chg="add">
          <ac:chgData name="Jackie Zhou" userId="5282321b06ad1a90" providerId="LiveId" clId="{3A72E947-5A0F-4BE6-9372-411B346BA769}" dt="2024-11-28T21:23:16.875" v="2564"/>
          <ac:picMkLst>
            <pc:docMk/>
            <pc:sldMk cId="1778405792" sldId="264"/>
            <ac:picMk id="9" creationId="{59DCE658-B5AE-BA68-9255-3092ADED9CFF}"/>
          </ac:picMkLst>
        </pc:picChg>
        <pc:picChg chg="add mod modCrop">
          <ac:chgData name="Jackie Zhou" userId="5282321b06ad1a90" providerId="LiveId" clId="{3A72E947-5A0F-4BE6-9372-411B346BA769}" dt="2024-11-29T18:33:33.304" v="4963" actId="164"/>
          <ac:picMkLst>
            <pc:docMk/>
            <pc:sldMk cId="1778405792" sldId="264"/>
            <ac:picMk id="11" creationId="{CE6068D1-E01D-41FF-B744-57E50F6E1822}"/>
          </ac:picMkLst>
        </pc:picChg>
        <pc:picChg chg="add del mod">
          <ac:chgData name="Jackie Zhou" userId="5282321b06ad1a90" providerId="LiveId" clId="{3A72E947-5A0F-4BE6-9372-411B346BA769}" dt="2024-11-28T20:32:49.626" v="2498" actId="478"/>
          <ac:picMkLst>
            <pc:docMk/>
            <pc:sldMk cId="1778405792" sldId="264"/>
            <ac:picMk id="13" creationId="{10D60305-DCE6-EEA9-F429-6DA1E8249AEC}"/>
          </ac:picMkLst>
        </pc:picChg>
        <pc:picChg chg="add del mod modCrop">
          <ac:chgData name="Jackie Zhou" userId="5282321b06ad1a90" providerId="LiveId" clId="{3A72E947-5A0F-4BE6-9372-411B346BA769}" dt="2024-11-28T21:22:34.940" v="2544" actId="478"/>
          <ac:picMkLst>
            <pc:docMk/>
            <pc:sldMk cId="1778405792" sldId="264"/>
            <ac:picMk id="14" creationId="{1E0E9A4B-F52E-AE0F-7038-842189FF201A}"/>
          </ac:picMkLst>
        </pc:picChg>
        <pc:picChg chg="add mod">
          <ac:chgData name="Jackie Zhou" userId="5282321b06ad1a90" providerId="LiveId" clId="{3A72E947-5A0F-4BE6-9372-411B346BA769}" dt="2024-11-29T18:33:33.304" v="4963" actId="164"/>
          <ac:picMkLst>
            <pc:docMk/>
            <pc:sldMk cId="1778405792" sldId="264"/>
            <ac:picMk id="16" creationId="{B12216E2-DAD1-77FC-B198-A126FC894522}"/>
          </ac:picMkLst>
        </pc:picChg>
        <pc:picChg chg="add mod">
          <ac:chgData name="Jackie Zhou" userId="5282321b06ad1a90" providerId="LiveId" clId="{3A72E947-5A0F-4BE6-9372-411B346BA769}" dt="2024-11-29T18:33:33.304" v="4963" actId="164"/>
          <ac:picMkLst>
            <pc:docMk/>
            <pc:sldMk cId="1778405792" sldId="264"/>
            <ac:picMk id="18" creationId="{345CEF66-BD5A-50B4-1E68-912CD8299257}"/>
          </ac:picMkLst>
        </pc:picChg>
        <pc:picChg chg="add mod">
          <ac:chgData name="Jackie Zhou" userId="5282321b06ad1a90" providerId="LiveId" clId="{3A72E947-5A0F-4BE6-9372-411B346BA769}" dt="2024-11-29T18:33:33.304" v="4963" actId="164"/>
          <ac:picMkLst>
            <pc:docMk/>
            <pc:sldMk cId="1778405792" sldId="264"/>
            <ac:picMk id="19" creationId="{A7B749E1-8389-21B9-99AD-43E7789F1B7D}"/>
          </ac:picMkLst>
        </pc:picChg>
      </pc:sldChg>
      <pc:sldChg chg="new del">
        <pc:chgData name="Jackie Zhou" userId="5282321b06ad1a90" providerId="LiveId" clId="{3A72E947-5A0F-4BE6-9372-411B346BA769}" dt="2024-11-28T16:50:38.209" v="188" actId="47"/>
        <pc:sldMkLst>
          <pc:docMk/>
          <pc:sldMk cId="2590659952" sldId="264"/>
        </pc:sldMkLst>
      </pc:sldChg>
      <pc:sldChg chg="new del">
        <pc:chgData name="Jackie Zhou" userId="5282321b06ad1a90" providerId="LiveId" clId="{3A72E947-5A0F-4BE6-9372-411B346BA769}" dt="2024-11-28T18:34:52.696" v="1988" actId="47"/>
        <pc:sldMkLst>
          <pc:docMk/>
          <pc:sldMk cId="2999890971" sldId="265"/>
        </pc:sldMkLst>
      </pc:sldChg>
      <pc:sldChg chg="addSp delSp modSp add mod modNotesTx">
        <pc:chgData name="Jackie Zhou" userId="5282321b06ad1a90" providerId="LiveId" clId="{3A72E947-5A0F-4BE6-9372-411B346BA769}" dt="2024-12-05T16:28:05.193" v="8850" actId="20577"/>
        <pc:sldMkLst>
          <pc:docMk/>
          <pc:sldMk cId="3420711290" sldId="265"/>
        </pc:sldMkLst>
        <pc:spChg chg="mod">
          <ac:chgData name="Jackie Zhou" userId="5282321b06ad1a90" providerId="LiveId" clId="{3A72E947-5A0F-4BE6-9372-411B346BA769}" dt="2024-11-29T19:12:59.750" v="6045" actId="20577"/>
          <ac:spMkLst>
            <pc:docMk/>
            <pc:sldMk cId="3420711290" sldId="265"/>
            <ac:spMk id="2" creationId="{B6C2013A-4DB0-4A01-6E04-7AE89CE1D5EF}"/>
          </ac:spMkLst>
        </pc:spChg>
        <pc:spChg chg="mod">
          <ac:chgData name="Jackie Zhou" userId="5282321b06ad1a90" providerId="LiveId" clId="{3A72E947-5A0F-4BE6-9372-411B346BA769}" dt="2024-11-29T19:16:19.553" v="6143" actId="1076"/>
          <ac:spMkLst>
            <pc:docMk/>
            <pc:sldMk cId="3420711290" sldId="265"/>
            <ac:spMk id="4" creationId="{16E762AA-C838-1598-A947-1953FFDC972D}"/>
          </ac:spMkLst>
        </pc:spChg>
        <pc:spChg chg="mod">
          <ac:chgData name="Jackie Zhou" userId="5282321b06ad1a90" providerId="LiveId" clId="{3A72E947-5A0F-4BE6-9372-411B346BA769}" dt="2024-11-29T19:16:13.230" v="6142" actId="1076"/>
          <ac:spMkLst>
            <pc:docMk/>
            <pc:sldMk cId="3420711290" sldId="265"/>
            <ac:spMk id="5" creationId="{9509542F-A29C-9559-6B47-D4882E37C432}"/>
          </ac:spMkLst>
        </pc:spChg>
        <pc:spChg chg="add del mod">
          <ac:chgData name="Jackie Zhou" userId="5282321b06ad1a90" providerId="LiveId" clId="{3A72E947-5A0F-4BE6-9372-411B346BA769}" dt="2024-11-29T18:31:11.576" v="4917" actId="478"/>
          <ac:spMkLst>
            <pc:docMk/>
            <pc:sldMk cId="3420711290" sldId="265"/>
            <ac:spMk id="6" creationId="{3F3E7643-DC68-753F-E462-DC8B0E8695A9}"/>
          </ac:spMkLst>
        </pc:spChg>
        <pc:spChg chg="add del mod">
          <ac:chgData name="Jackie Zhou" userId="5282321b06ad1a90" providerId="LiveId" clId="{3A72E947-5A0F-4BE6-9372-411B346BA769}" dt="2024-11-29T18:31:12.764" v="4918" actId="478"/>
          <ac:spMkLst>
            <pc:docMk/>
            <pc:sldMk cId="3420711290" sldId="265"/>
            <ac:spMk id="8" creationId="{AD7590E0-D43B-06E2-2904-1585F0F80142}"/>
          </ac:spMkLst>
        </pc:spChg>
        <pc:spChg chg="add del mod">
          <ac:chgData name="Jackie Zhou" userId="5282321b06ad1a90" providerId="LiveId" clId="{3A72E947-5A0F-4BE6-9372-411B346BA769}" dt="2024-11-28T21:52:58.644" v="2946" actId="478"/>
          <ac:spMkLst>
            <pc:docMk/>
            <pc:sldMk cId="3420711290" sldId="265"/>
            <ac:spMk id="9" creationId="{C162BAC2-ED57-0C08-FF54-84FE1F161D37}"/>
          </ac:spMkLst>
        </pc:spChg>
        <pc:picChg chg="add del mod">
          <ac:chgData name="Jackie Zhou" userId="5282321b06ad1a90" providerId="LiveId" clId="{3A72E947-5A0F-4BE6-9372-411B346BA769}" dt="2024-11-29T18:31:10.287" v="4916" actId="478"/>
          <ac:picMkLst>
            <pc:docMk/>
            <pc:sldMk cId="3420711290" sldId="265"/>
            <ac:picMk id="3" creationId="{10C24D15-E606-4E0F-2661-33ACC92DFC33}"/>
          </ac:picMkLst>
        </pc:picChg>
        <pc:picChg chg="add del">
          <ac:chgData name="Jackie Zhou" userId="5282321b06ad1a90" providerId="LiveId" clId="{3A72E947-5A0F-4BE6-9372-411B346BA769}" dt="2024-11-28T21:43:15.616" v="2840" actId="478"/>
          <ac:picMkLst>
            <pc:docMk/>
            <pc:sldMk cId="3420711290" sldId="265"/>
            <ac:picMk id="7" creationId="{EE659F38-FBAB-4F47-7E77-EF2F1821B448}"/>
          </ac:picMkLst>
        </pc:picChg>
        <pc:picChg chg="add mod">
          <ac:chgData name="Jackie Zhou" userId="5282321b06ad1a90" providerId="LiveId" clId="{3A72E947-5A0F-4BE6-9372-411B346BA769}" dt="2024-11-29T19:14:36.261" v="6121" actId="1038"/>
          <ac:picMkLst>
            <pc:docMk/>
            <pc:sldMk cId="3420711290" sldId="265"/>
            <ac:picMk id="10" creationId="{D0FE192A-FD58-9BE8-3FF1-64F2B20B00BB}"/>
          </ac:picMkLst>
        </pc:picChg>
        <pc:picChg chg="add mod">
          <ac:chgData name="Jackie Zhou" userId="5282321b06ad1a90" providerId="LiveId" clId="{3A72E947-5A0F-4BE6-9372-411B346BA769}" dt="2024-11-29T19:14:31.118" v="6100" actId="1076"/>
          <ac:picMkLst>
            <pc:docMk/>
            <pc:sldMk cId="3420711290" sldId="265"/>
            <ac:picMk id="11" creationId="{F8813146-4440-181E-1725-31C34304FAD9}"/>
          </ac:picMkLst>
        </pc:picChg>
        <pc:picChg chg="add mod">
          <ac:chgData name="Jackie Zhou" userId="5282321b06ad1a90" providerId="LiveId" clId="{3A72E947-5A0F-4BE6-9372-411B346BA769}" dt="2024-11-29T19:14:36.261" v="6121" actId="1038"/>
          <ac:picMkLst>
            <pc:docMk/>
            <pc:sldMk cId="3420711290" sldId="265"/>
            <ac:picMk id="12" creationId="{300AF724-612B-811E-A616-ACD5C3629BE2}"/>
          </ac:picMkLst>
        </pc:picChg>
        <pc:picChg chg="add mod">
          <ac:chgData name="Jackie Zhou" userId="5282321b06ad1a90" providerId="LiveId" clId="{3A72E947-5A0F-4BE6-9372-411B346BA769}" dt="2024-11-29T19:14:40.793" v="6122" actId="1076"/>
          <ac:picMkLst>
            <pc:docMk/>
            <pc:sldMk cId="3420711290" sldId="265"/>
            <ac:picMk id="13" creationId="{D7C953DE-BDC9-64E9-80A7-5BAB954D6E37}"/>
          </ac:picMkLst>
        </pc:picChg>
      </pc:sldChg>
      <pc:sldChg chg="addSp delSp modSp add mod modNotesTx">
        <pc:chgData name="Jackie Zhou" userId="5282321b06ad1a90" providerId="LiveId" clId="{3A72E947-5A0F-4BE6-9372-411B346BA769}" dt="2024-12-05T16:58:20.353" v="9909" actId="20577"/>
        <pc:sldMkLst>
          <pc:docMk/>
          <pc:sldMk cId="370456665" sldId="266"/>
        </pc:sldMkLst>
        <pc:spChg chg="mod">
          <ac:chgData name="Jackie Zhou" userId="5282321b06ad1a90" providerId="LiveId" clId="{3A72E947-5A0F-4BE6-9372-411B346BA769}" dt="2024-11-29T18:59:08.463" v="5592" actId="1076"/>
          <ac:spMkLst>
            <pc:docMk/>
            <pc:sldMk cId="370456665" sldId="266"/>
            <ac:spMk id="2" creationId="{FD66B0B6-FE96-997F-7DE9-1CFD99E30EDD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4" creationId="{DEDF5198-57E4-FD5E-E10D-F196F2D821C3}"/>
          </ac:spMkLst>
        </pc:spChg>
        <pc:spChg chg="add del mod">
          <ac:chgData name="Jackie Zhou" userId="5282321b06ad1a90" providerId="LiveId" clId="{3A72E947-5A0F-4BE6-9372-411B346BA769}" dt="2024-11-29T19:07:35.057" v="5678" actId="478"/>
          <ac:spMkLst>
            <pc:docMk/>
            <pc:sldMk cId="370456665" sldId="266"/>
            <ac:spMk id="8" creationId="{49253DC2-EFF2-5756-3CD9-B703FBFF7D0A}"/>
          </ac:spMkLst>
        </pc:spChg>
        <pc:spChg chg="add mod">
          <ac:chgData name="Jackie Zhou" userId="5282321b06ad1a90" providerId="LiveId" clId="{3A72E947-5A0F-4BE6-9372-411B346BA769}" dt="2024-11-29T19:08:25.410" v="5685" actId="1076"/>
          <ac:spMkLst>
            <pc:docMk/>
            <pc:sldMk cId="370456665" sldId="266"/>
            <ac:spMk id="9" creationId="{5CDED289-3EB9-FB32-D763-CDD3B68722AD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12" creationId="{220DCB35-95E5-273B-48B3-9C869B89C8E7}"/>
          </ac:spMkLst>
        </pc:spChg>
        <pc:spChg chg="add mod">
          <ac:chgData name="Jackie Zhou" userId="5282321b06ad1a90" providerId="LiveId" clId="{3A72E947-5A0F-4BE6-9372-411B346BA769}" dt="2024-12-02T20:24:33.484" v="6496" actId="20577"/>
          <ac:spMkLst>
            <pc:docMk/>
            <pc:sldMk cId="370456665" sldId="266"/>
            <ac:spMk id="14" creationId="{5E4B5901-11D7-2323-C725-70C1B3AFD57F}"/>
          </ac:spMkLst>
        </pc:spChg>
        <pc:spChg chg="mod">
          <ac:chgData name="Jackie Zhou" userId="5282321b06ad1a90" providerId="LiveId" clId="{3A72E947-5A0F-4BE6-9372-411B346BA769}" dt="2024-11-29T19:08:25.410" v="5685" actId="1076"/>
          <ac:spMkLst>
            <pc:docMk/>
            <pc:sldMk cId="370456665" sldId="266"/>
            <ac:spMk id="15" creationId="{4EA4CD78-B2F4-41F5-EEC5-03DDC0F64BA9}"/>
          </ac:spMkLst>
        </pc:spChg>
        <pc:spChg chg="mod">
          <ac:chgData name="Jackie Zhou" userId="5282321b06ad1a90" providerId="LiveId" clId="{3A72E947-5A0F-4BE6-9372-411B346BA769}" dt="2024-12-02T20:24:36.323" v="6497" actId="20577"/>
          <ac:spMkLst>
            <pc:docMk/>
            <pc:sldMk cId="370456665" sldId="266"/>
            <ac:spMk id="19" creationId="{4CBAC3F4-C616-6B5B-3B6B-394882025701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22" creationId="{01B03EFD-A024-B622-19C0-83363CAEBBB9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23" creationId="{70495D15-20C5-497E-BE2D-638CC9894812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24" creationId="{0297F9B2-4845-B160-A428-16C93469E163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25" creationId="{68569EA7-DCEA-C09A-1B6B-9C557E8096F0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26" creationId="{316CD7CE-574D-66FA-7873-64612D97848B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28" creationId="{4521FA2A-CF6B-57B5-1521-79A392447961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38" creationId="{4EC24626-D016-FF57-451F-06056058F4E0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39" creationId="{D24AE6C3-8745-16DE-91D0-017C20DB3DC3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40" creationId="{50F8DE92-E3AF-263B-2EB9-36B0D292E0B3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42" creationId="{05737DAD-ACD0-5251-68C7-80BBD6A39AEC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44" creationId="{0D6EC1F2-F7F6-4353-9D4B-EECED905E87F}"/>
          </ac:spMkLst>
        </pc:spChg>
        <pc:spChg chg="del">
          <ac:chgData name="Jackie Zhou" userId="5282321b06ad1a90" providerId="LiveId" clId="{3A72E947-5A0F-4BE6-9372-411B346BA769}" dt="2024-11-29T18:59:13.934" v="5593" actId="478"/>
          <ac:spMkLst>
            <pc:docMk/>
            <pc:sldMk cId="370456665" sldId="266"/>
            <ac:spMk id="45" creationId="{CBD5D54D-9122-99B3-A53F-350601ABE203}"/>
          </ac:spMkLst>
        </pc:spChg>
        <pc:grpChg chg="del">
          <ac:chgData name="Jackie Zhou" userId="5282321b06ad1a90" providerId="LiveId" clId="{3A72E947-5A0F-4BE6-9372-411B346BA769}" dt="2024-11-29T18:59:13.934" v="5593" actId="478"/>
          <ac:grpSpMkLst>
            <pc:docMk/>
            <pc:sldMk cId="370456665" sldId="266"/>
            <ac:grpSpMk id="13" creationId="{A8C6AC01-3B09-5762-4002-E24CB3E4C90E}"/>
          </ac:grpSpMkLst>
        </pc:grpChg>
        <pc:picChg chg="add mod modCrop">
          <ac:chgData name="Jackie Zhou" userId="5282321b06ad1a90" providerId="LiveId" clId="{3A72E947-5A0F-4BE6-9372-411B346BA769}" dt="2024-11-29T19:08:25.410" v="5685" actId="1076"/>
          <ac:picMkLst>
            <pc:docMk/>
            <pc:sldMk cId="370456665" sldId="266"/>
            <ac:picMk id="3" creationId="{CB583036-9A5E-3741-CB10-4886CACFA1FF}"/>
          </ac:picMkLst>
        </pc:picChg>
        <pc:picChg chg="add mod modCrop">
          <ac:chgData name="Jackie Zhou" userId="5282321b06ad1a90" providerId="LiveId" clId="{3A72E947-5A0F-4BE6-9372-411B346BA769}" dt="2024-11-29T19:08:25.410" v="5685" actId="1076"/>
          <ac:picMkLst>
            <pc:docMk/>
            <pc:sldMk cId="370456665" sldId="266"/>
            <ac:picMk id="5" creationId="{1C33E0CF-879A-CC47-D02C-8F016381DBAE}"/>
          </ac:picMkLst>
        </pc:picChg>
        <pc:picChg chg="del">
          <ac:chgData name="Jackie Zhou" userId="5282321b06ad1a90" providerId="LiveId" clId="{3A72E947-5A0F-4BE6-9372-411B346BA769}" dt="2024-11-29T18:59:13.934" v="5593" actId="478"/>
          <ac:picMkLst>
            <pc:docMk/>
            <pc:sldMk cId="370456665" sldId="266"/>
            <ac:picMk id="6" creationId="{2B51546D-AD66-992B-3C1D-4DC5F7C3ADA7}"/>
          </ac:picMkLst>
        </pc:picChg>
        <pc:picChg chg="del">
          <ac:chgData name="Jackie Zhou" userId="5282321b06ad1a90" providerId="LiveId" clId="{3A72E947-5A0F-4BE6-9372-411B346BA769}" dt="2024-11-29T18:59:13.934" v="5593" actId="478"/>
          <ac:picMkLst>
            <pc:docMk/>
            <pc:sldMk cId="370456665" sldId="266"/>
            <ac:picMk id="31" creationId="{7FDB2BF9-36F6-C117-D1A2-C94A2F08BDD5}"/>
          </ac:picMkLst>
        </pc:picChg>
        <pc:picChg chg="del">
          <ac:chgData name="Jackie Zhou" userId="5282321b06ad1a90" providerId="LiveId" clId="{3A72E947-5A0F-4BE6-9372-411B346BA769}" dt="2024-11-29T18:59:13.934" v="5593" actId="478"/>
          <ac:picMkLst>
            <pc:docMk/>
            <pc:sldMk cId="370456665" sldId="266"/>
            <ac:picMk id="33" creationId="{13951B3F-8865-65E9-B15F-A45E7FE67F71}"/>
          </ac:picMkLst>
        </pc:picChg>
        <pc:picChg chg="del">
          <ac:chgData name="Jackie Zhou" userId="5282321b06ad1a90" providerId="LiveId" clId="{3A72E947-5A0F-4BE6-9372-411B346BA769}" dt="2024-11-29T18:59:13.934" v="5593" actId="478"/>
          <ac:picMkLst>
            <pc:docMk/>
            <pc:sldMk cId="370456665" sldId="266"/>
            <ac:picMk id="35" creationId="{3B7140D8-74DD-E6B7-3833-862DD9CC88E9}"/>
          </ac:picMkLst>
        </pc:picChg>
        <pc:picChg chg="del">
          <ac:chgData name="Jackie Zhou" userId="5282321b06ad1a90" providerId="LiveId" clId="{3A72E947-5A0F-4BE6-9372-411B346BA769}" dt="2024-11-29T18:59:13.934" v="5593" actId="478"/>
          <ac:picMkLst>
            <pc:docMk/>
            <pc:sldMk cId="370456665" sldId="266"/>
            <ac:picMk id="41" creationId="{AB4ECFE2-5F70-1323-DD27-AABBAFC500BC}"/>
          </ac:picMkLst>
        </pc:picChg>
        <pc:picChg chg="del">
          <ac:chgData name="Jackie Zhou" userId="5282321b06ad1a90" providerId="LiveId" clId="{3A72E947-5A0F-4BE6-9372-411B346BA769}" dt="2024-11-29T18:59:13.934" v="5593" actId="478"/>
          <ac:picMkLst>
            <pc:docMk/>
            <pc:sldMk cId="370456665" sldId="266"/>
            <ac:picMk id="43" creationId="{A0057124-F941-F292-4A25-84A3628E6210}"/>
          </ac:picMkLst>
        </pc:picChg>
        <pc:picChg chg="del">
          <ac:chgData name="Jackie Zhou" userId="5282321b06ad1a90" providerId="LiveId" clId="{3A72E947-5A0F-4BE6-9372-411B346BA769}" dt="2024-11-29T18:59:13.934" v="5593" actId="478"/>
          <ac:picMkLst>
            <pc:docMk/>
            <pc:sldMk cId="370456665" sldId="266"/>
            <ac:picMk id="46" creationId="{54F4B8D6-FB24-D3C8-26AF-887B20A9A0AF}"/>
          </ac:picMkLst>
        </pc:picChg>
      </pc:sldChg>
      <pc:sldChg chg="addSp delSp modSp add del mod setBg delDesignElem">
        <pc:chgData name="Jackie Zhou" userId="5282321b06ad1a90" providerId="LiveId" clId="{3A72E947-5A0F-4BE6-9372-411B346BA769}" dt="2024-12-05T16:33:25.621" v="9829"/>
        <pc:sldMkLst>
          <pc:docMk/>
          <pc:sldMk cId="631591759" sldId="267"/>
        </pc:sldMkLst>
        <pc:spChg chg="mod">
          <ac:chgData name="Jackie Zhou" userId="5282321b06ad1a90" providerId="LiveId" clId="{3A72E947-5A0F-4BE6-9372-411B346BA769}" dt="2024-12-05T16:33:23.653" v="9828" actId="20577"/>
          <ac:spMkLst>
            <pc:docMk/>
            <pc:sldMk cId="631591759" sldId="267"/>
            <ac:spMk id="2" creationId="{DA1B0DB7-28B5-7C7D-906F-8A2EB90454D8}"/>
          </ac:spMkLst>
        </pc:spChg>
        <pc:spChg chg="add del">
          <ac:chgData name="Jackie Zhou" userId="5282321b06ad1a90" providerId="LiveId" clId="{3A72E947-5A0F-4BE6-9372-411B346BA769}" dt="2024-12-05T16:33:25.621" v="9829"/>
          <ac:spMkLst>
            <pc:docMk/>
            <pc:sldMk cId="631591759" sldId="267"/>
            <ac:spMk id="39" creationId="{83F5DB03-9F59-6F63-8BA4-B7C955E1F5B6}"/>
          </ac:spMkLst>
        </pc:spChg>
        <pc:spChg chg="add del">
          <ac:chgData name="Jackie Zhou" userId="5282321b06ad1a90" providerId="LiveId" clId="{3A72E947-5A0F-4BE6-9372-411B346BA769}" dt="2024-12-05T16:33:25.621" v="9829"/>
          <ac:spMkLst>
            <pc:docMk/>
            <pc:sldMk cId="631591759" sldId="267"/>
            <ac:spMk id="40" creationId="{2D455ACC-D5CD-1601-5F9C-D6CA2EB36A73}"/>
          </ac:spMkLst>
        </pc:spChg>
        <pc:spChg chg="add del">
          <ac:chgData name="Jackie Zhou" userId="5282321b06ad1a90" providerId="LiveId" clId="{3A72E947-5A0F-4BE6-9372-411B346BA769}" dt="2024-12-05T16:33:25.621" v="9829"/>
          <ac:spMkLst>
            <pc:docMk/>
            <pc:sldMk cId="631591759" sldId="267"/>
            <ac:spMk id="41" creationId="{B6B6B080-8842-181B-0E69-60A8DD3D7FA3}"/>
          </ac:spMkLst>
        </pc:spChg>
        <pc:spChg chg="add del">
          <ac:chgData name="Jackie Zhou" userId="5282321b06ad1a90" providerId="LiveId" clId="{3A72E947-5A0F-4BE6-9372-411B346BA769}" dt="2024-12-05T16:33:25.621" v="9829"/>
          <ac:spMkLst>
            <pc:docMk/>
            <pc:sldMk cId="631591759" sldId="267"/>
            <ac:spMk id="42" creationId="{6F69DCF1-F9C1-5209-324A-5B21CB84BFC0}"/>
          </ac:spMkLst>
        </pc:spChg>
      </pc:sldChg>
      <pc:sldChg chg="addSp delSp modSp add mod setBg addAnim delDesignElem modNotesTx">
        <pc:chgData name="Jackie Zhou" userId="5282321b06ad1a90" providerId="LiveId" clId="{3A72E947-5A0F-4BE6-9372-411B346BA769}" dt="2024-12-05T16:35:44.531" v="9878" actId="1076"/>
        <pc:sldMkLst>
          <pc:docMk/>
          <pc:sldMk cId="2687937696" sldId="267"/>
        </pc:sldMkLst>
        <pc:spChg chg="mod ord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2" creationId="{F58FEAC6-E2F9-A398-A7C5-C2C840736E97}"/>
          </ac:spMkLst>
        </pc:spChg>
        <pc:spChg chg="del">
          <ac:chgData name="Jackie Zhou" userId="5282321b06ad1a90" providerId="LiveId" clId="{3A72E947-5A0F-4BE6-9372-411B346BA769}" dt="2024-12-05T16:33:49.763" v="9859" actId="478"/>
          <ac:spMkLst>
            <pc:docMk/>
            <pc:sldMk cId="2687937696" sldId="267"/>
            <ac:spMk id="3" creationId="{EC7F803A-D8B2-4E40-5A1B-F695FF26F15A}"/>
          </ac:spMkLst>
        </pc:spChg>
        <pc:spChg chg="add del mod">
          <ac:chgData name="Jackie Zhou" userId="5282321b06ad1a90" providerId="LiveId" clId="{3A72E947-5A0F-4BE6-9372-411B346BA769}" dt="2024-12-05T16:33:52.444" v="9860" actId="478"/>
          <ac:spMkLst>
            <pc:docMk/>
            <pc:sldMk cId="2687937696" sldId="267"/>
            <ac:spMk id="7" creationId="{DE18492D-5D8F-51DE-BF1B-CB214F9B2949}"/>
          </ac:spMkLst>
        </pc:spChg>
        <pc:spChg chg="add del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13" creationId="{6CCA5F87-1D1E-45CB-8D83-FC7EEFAD9935}"/>
          </ac:spMkLst>
        </pc:spChg>
        <pc:spChg chg="add del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15" creationId="{7CCFC2C6-6238-4A2F-93DE-2ADF74AF635E}"/>
          </ac:spMkLst>
        </pc:spChg>
        <pc:spChg chg="add del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17" creationId="{AF2F604E-43BE-4DC3-B983-E071523364F8}"/>
          </ac:spMkLst>
        </pc:spChg>
        <pc:spChg chg="add del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19" creationId="{08C9B587-E65E-4B52-B37C-ABEBB6E87928}"/>
          </ac:spMkLst>
        </pc:spChg>
        <pc:spChg chg="del">
          <ac:chgData name="Jackie Zhou" userId="5282321b06ad1a90" providerId="LiveId" clId="{3A72E947-5A0F-4BE6-9372-411B346BA769}" dt="2024-12-05T16:33:31.597" v="9831"/>
          <ac:spMkLst>
            <pc:docMk/>
            <pc:sldMk cId="2687937696" sldId="267"/>
            <ac:spMk id="39" creationId="{04E99BE6-E449-1658-47F5-3D8C253CB7A7}"/>
          </ac:spMkLst>
        </pc:spChg>
        <pc:spChg chg="del">
          <ac:chgData name="Jackie Zhou" userId="5282321b06ad1a90" providerId="LiveId" clId="{3A72E947-5A0F-4BE6-9372-411B346BA769}" dt="2024-12-05T16:33:31.597" v="9831"/>
          <ac:spMkLst>
            <pc:docMk/>
            <pc:sldMk cId="2687937696" sldId="267"/>
            <ac:spMk id="40" creationId="{CFDCFFC5-E617-62EA-C13D-2B6E41F0A021}"/>
          </ac:spMkLst>
        </pc:spChg>
        <pc:spChg chg="del">
          <ac:chgData name="Jackie Zhou" userId="5282321b06ad1a90" providerId="LiveId" clId="{3A72E947-5A0F-4BE6-9372-411B346BA769}" dt="2024-12-05T16:33:31.597" v="9831"/>
          <ac:spMkLst>
            <pc:docMk/>
            <pc:sldMk cId="2687937696" sldId="267"/>
            <ac:spMk id="41" creationId="{9883EBEE-925F-0ECD-3E87-4E9D32166263}"/>
          </ac:spMkLst>
        </pc:spChg>
        <pc:spChg chg="del">
          <ac:chgData name="Jackie Zhou" userId="5282321b06ad1a90" providerId="LiveId" clId="{3A72E947-5A0F-4BE6-9372-411B346BA769}" dt="2024-12-05T16:33:31.597" v="9831"/>
          <ac:spMkLst>
            <pc:docMk/>
            <pc:sldMk cId="2687937696" sldId="267"/>
            <ac:spMk id="42" creationId="{36D72844-2711-D838-8040-632FAEF83598}"/>
          </ac:spMkLst>
        </pc:spChg>
        <pc:spChg chg="add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2055" creationId="{6CCA5F87-1D1E-45CB-8D83-FC7EEFAD9935}"/>
          </ac:spMkLst>
        </pc:spChg>
        <pc:spChg chg="add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2057" creationId="{7CCFC2C6-6238-4A2F-93DE-2ADF74AF635E}"/>
          </ac:spMkLst>
        </pc:spChg>
        <pc:spChg chg="add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2059" creationId="{AF2F604E-43BE-4DC3-B983-E071523364F8}"/>
          </ac:spMkLst>
        </pc:spChg>
        <pc:spChg chg="add">
          <ac:chgData name="Jackie Zhou" userId="5282321b06ad1a90" providerId="LiveId" clId="{3A72E947-5A0F-4BE6-9372-411B346BA769}" dt="2024-12-05T16:34:45.360" v="9866" actId="26606"/>
          <ac:spMkLst>
            <pc:docMk/>
            <pc:sldMk cId="2687937696" sldId="267"/>
            <ac:spMk id="2061" creationId="{08C9B587-E65E-4B52-B37C-ABEBB6E87928}"/>
          </ac:spMkLst>
        </pc:spChg>
        <pc:picChg chg="del">
          <ac:chgData name="Jackie Zhou" userId="5282321b06ad1a90" providerId="LiveId" clId="{3A72E947-5A0F-4BE6-9372-411B346BA769}" dt="2024-12-05T16:33:34.739" v="9832" actId="478"/>
          <ac:picMkLst>
            <pc:docMk/>
            <pc:sldMk cId="2687937696" sldId="267"/>
            <ac:picMk id="4" creationId="{F54C04C6-49FA-C13D-09C4-1B924419E7C6}"/>
          </ac:picMkLst>
        </pc:picChg>
        <pc:picChg chg="add del mod">
          <ac:chgData name="Jackie Zhou" userId="5282321b06ad1a90" providerId="LiveId" clId="{3A72E947-5A0F-4BE6-9372-411B346BA769}" dt="2024-12-05T16:33:40.748" v="9834" actId="478"/>
          <ac:picMkLst>
            <pc:docMk/>
            <pc:sldMk cId="2687937696" sldId="267"/>
            <ac:picMk id="5" creationId="{129DEE29-39E6-5C2B-15F3-2A94C1F8BF7F}"/>
          </ac:picMkLst>
        </pc:picChg>
        <pc:picChg chg="add del mod">
          <ac:chgData name="Jackie Zhou" userId="5282321b06ad1a90" providerId="LiveId" clId="{3A72E947-5A0F-4BE6-9372-411B346BA769}" dt="2024-12-05T16:34:33.759" v="9864" actId="478"/>
          <ac:picMkLst>
            <pc:docMk/>
            <pc:sldMk cId="2687937696" sldId="267"/>
            <ac:picMk id="8" creationId="{D09754A0-9D9B-1C9F-1566-51E3AC0588BA}"/>
          </ac:picMkLst>
        </pc:picChg>
        <pc:picChg chg="add mod">
          <ac:chgData name="Jackie Zhou" userId="5282321b06ad1a90" providerId="LiveId" clId="{3A72E947-5A0F-4BE6-9372-411B346BA769}" dt="2024-12-05T16:35:44.531" v="9878" actId="1076"/>
          <ac:picMkLst>
            <pc:docMk/>
            <pc:sldMk cId="2687937696" sldId="267"/>
            <ac:picMk id="2050" creationId="{E3CB7C45-2BCB-AE0D-64F0-51E6C4E92042}"/>
          </ac:picMkLst>
        </pc:picChg>
      </pc:sldChg>
    </pc:docChg>
  </pc:docChgLst>
  <pc:docChgLst>
    <pc:chgData name="Jackie Zhou" userId="5282321b06ad1a90" providerId="LiveId" clId="{7881A263-5E1A-47F6-A9F5-576E0EF96A7D}"/>
    <pc:docChg chg="undo custSel addSld modSld">
      <pc:chgData name="Jackie Zhou" userId="5282321b06ad1a90" providerId="LiveId" clId="{7881A263-5E1A-47F6-A9F5-576E0EF96A7D}" dt="2024-12-05T01:24:17.383" v="511" actId="113"/>
      <pc:docMkLst>
        <pc:docMk/>
      </pc:docMkLst>
      <pc:sldChg chg="modSp new mod">
        <pc:chgData name="Jackie Zhou" userId="5282321b06ad1a90" providerId="LiveId" clId="{7881A263-5E1A-47F6-A9F5-576E0EF96A7D}" dt="2024-11-28T03:54:12.072" v="243" actId="20577"/>
        <pc:sldMkLst>
          <pc:docMk/>
          <pc:sldMk cId="2815135561" sldId="256"/>
        </pc:sldMkLst>
        <pc:spChg chg="mod">
          <ac:chgData name="Jackie Zhou" userId="5282321b06ad1a90" providerId="LiveId" clId="{7881A263-5E1A-47F6-A9F5-576E0EF96A7D}" dt="2024-11-28T02:43:03.076" v="221" actId="20577"/>
          <ac:spMkLst>
            <pc:docMk/>
            <pc:sldMk cId="2815135561" sldId="256"/>
            <ac:spMk id="2" creationId="{770FBE6A-5AAE-1C6B-7E0D-FBE0EE613700}"/>
          </ac:spMkLst>
        </pc:spChg>
        <pc:spChg chg="mod">
          <ac:chgData name="Jackie Zhou" userId="5282321b06ad1a90" providerId="LiveId" clId="{7881A263-5E1A-47F6-A9F5-576E0EF96A7D}" dt="2024-11-28T03:54:12.072" v="243" actId="20577"/>
          <ac:spMkLst>
            <pc:docMk/>
            <pc:sldMk cId="2815135561" sldId="256"/>
            <ac:spMk id="3" creationId="{E715064B-0FC0-AABD-EA5E-49601E456752}"/>
          </ac:spMkLst>
        </pc:spChg>
      </pc:sldChg>
      <pc:sldChg chg="modSp new mod">
        <pc:chgData name="Jackie Zhou" userId="5282321b06ad1a90" providerId="LiveId" clId="{7881A263-5E1A-47F6-A9F5-576E0EF96A7D}" dt="2024-11-28T02:41:03.298" v="142" actId="20577"/>
        <pc:sldMkLst>
          <pc:docMk/>
          <pc:sldMk cId="1620795057" sldId="257"/>
        </pc:sldMkLst>
        <pc:spChg chg="mod">
          <ac:chgData name="Jackie Zhou" userId="5282321b06ad1a90" providerId="LiveId" clId="{7881A263-5E1A-47F6-A9F5-576E0EF96A7D}" dt="2024-11-28T02:41:03.298" v="142" actId="20577"/>
          <ac:spMkLst>
            <pc:docMk/>
            <pc:sldMk cId="1620795057" sldId="257"/>
            <ac:spMk id="2" creationId="{083A4526-15E1-6085-E4B7-CE3BBA3E494D}"/>
          </ac:spMkLst>
        </pc:spChg>
      </pc:sldChg>
      <pc:sldChg chg="modSp new mod">
        <pc:chgData name="Jackie Zhou" userId="5282321b06ad1a90" providerId="LiveId" clId="{7881A263-5E1A-47F6-A9F5-576E0EF96A7D}" dt="2024-11-28T02:41:09.034" v="152" actId="20577"/>
        <pc:sldMkLst>
          <pc:docMk/>
          <pc:sldMk cId="3771468947" sldId="258"/>
        </pc:sldMkLst>
        <pc:spChg chg="mod">
          <ac:chgData name="Jackie Zhou" userId="5282321b06ad1a90" providerId="LiveId" clId="{7881A263-5E1A-47F6-A9F5-576E0EF96A7D}" dt="2024-11-28T02:41:09.034" v="152" actId="20577"/>
          <ac:spMkLst>
            <pc:docMk/>
            <pc:sldMk cId="3771468947" sldId="258"/>
            <ac:spMk id="2" creationId="{18E317E3-9F64-0702-325A-D538A2120492}"/>
          </ac:spMkLst>
        </pc:spChg>
      </pc:sldChg>
      <pc:sldChg chg="modSp new mod">
        <pc:chgData name="Jackie Zhou" userId="5282321b06ad1a90" providerId="LiveId" clId="{7881A263-5E1A-47F6-A9F5-576E0EF96A7D}" dt="2024-11-28T02:41:12.070" v="156" actId="20577"/>
        <pc:sldMkLst>
          <pc:docMk/>
          <pc:sldMk cId="3613938919" sldId="259"/>
        </pc:sldMkLst>
        <pc:spChg chg="mod">
          <ac:chgData name="Jackie Zhou" userId="5282321b06ad1a90" providerId="LiveId" clId="{7881A263-5E1A-47F6-A9F5-576E0EF96A7D}" dt="2024-11-28T02:41:12.070" v="156" actId="20577"/>
          <ac:spMkLst>
            <pc:docMk/>
            <pc:sldMk cId="3613938919" sldId="259"/>
            <ac:spMk id="2" creationId="{0BD007CC-BD5A-97CC-A9E4-9FD7506508AE}"/>
          </ac:spMkLst>
        </pc:spChg>
      </pc:sldChg>
      <pc:sldChg chg="modSp new mod">
        <pc:chgData name="Jackie Zhou" userId="5282321b06ad1a90" providerId="LiveId" clId="{7881A263-5E1A-47F6-A9F5-576E0EF96A7D}" dt="2024-11-28T02:41:14.362" v="163" actId="20577"/>
        <pc:sldMkLst>
          <pc:docMk/>
          <pc:sldMk cId="153332046" sldId="260"/>
        </pc:sldMkLst>
        <pc:spChg chg="mod">
          <ac:chgData name="Jackie Zhou" userId="5282321b06ad1a90" providerId="LiveId" clId="{7881A263-5E1A-47F6-A9F5-576E0EF96A7D}" dt="2024-11-28T02:41:14.362" v="163" actId="20577"/>
          <ac:spMkLst>
            <pc:docMk/>
            <pc:sldMk cId="153332046" sldId="260"/>
            <ac:spMk id="2" creationId="{31DA9852-60BF-4A19-2A3B-7888B00078E5}"/>
          </ac:spMkLst>
        </pc:spChg>
      </pc:sldChg>
      <pc:sldChg chg="modSp new mod">
        <pc:chgData name="Jackie Zhou" userId="5282321b06ad1a90" providerId="LiveId" clId="{7881A263-5E1A-47F6-A9F5-576E0EF96A7D}" dt="2024-11-28T02:41:18.927" v="170" actId="20577"/>
        <pc:sldMkLst>
          <pc:docMk/>
          <pc:sldMk cId="954957101" sldId="261"/>
        </pc:sldMkLst>
        <pc:spChg chg="mod">
          <ac:chgData name="Jackie Zhou" userId="5282321b06ad1a90" providerId="LiveId" clId="{7881A263-5E1A-47F6-A9F5-576E0EF96A7D}" dt="2024-11-28T02:41:18.927" v="170" actId="20577"/>
          <ac:spMkLst>
            <pc:docMk/>
            <pc:sldMk cId="954957101" sldId="261"/>
            <ac:spMk id="2" creationId="{ED03253E-6AAB-F57F-1B85-11B362588D69}"/>
          </ac:spMkLst>
        </pc:spChg>
      </pc:sldChg>
      <pc:sldChg chg="addSp delSp modSp new mod">
        <pc:chgData name="Jackie Zhou" userId="5282321b06ad1a90" providerId="LiveId" clId="{7881A263-5E1A-47F6-A9F5-576E0EF96A7D}" dt="2024-12-05T01:24:17.383" v="511" actId="113"/>
        <pc:sldMkLst>
          <pc:docMk/>
          <pc:sldMk cId="2807022800" sldId="262"/>
        </pc:sldMkLst>
        <pc:spChg chg="mod">
          <ac:chgData name="Jackie Zhou" userId="5282321b06ad1a90" providerId="LiveId" clId="{7881A263-5E1A-47F6-A9F5-576E0EF96A7D}" dt="2024-11-28T02:41:22.606" v="180" actId="20577"/>
          <ac:spMkLst>
            <pc:docMk/>
            <pc:sldMk cId="2807022800" sldId="262"/>
            <ac:spMk id="2" creationId="{2D6B8DFA-F50E-7432-B66F-08A24879302F}"/>
          </ac:spMkLst>
        </pc:spChg>
        <pc:spChg chg="mod">
          <ac:chgData name="Jackie Zhou" userId="5282321b06ad1a90" providerId="LiveId" clId="{7881A263-5E1A-47F6-A9F5-576E0EF96A7D}" dt="2024-12-05T01:24:17.383" v="511" actId="113"/>
          <ac:spMkLst>
            <pc:docMk/>
            <pc:sldMk cId="2807022800" sldId="262"/>
            <ac:spMk id="19" creationId="{4BC759FA-E9BF-7F1F-110B-458F769021FF}"/>
          </ac:spMkLst>
        </pc:spChg>
        <pc:spChg chg="del mod ord">
          <ac:chgData name="Jackie Zhou" userId="5282321b06ad1a90" providerId="LiveId" clId="{7881A263-5E1A-47F6-A9F5-576E0EF96A7D}" dt="2024-12-05T01:20:42.022" v="330" actId="478"/>
          <ac:spMkLst>
            <pc:docMk/>
            <pc:sldMk cId="2807022800" sldId="262"/>
            <ac:spMk id="22" creationId="{674DBF53-4EC7-58B9-E3EE-2D6CF9392451}"/>
          </ac:spMkLst>
        </pc:spChg>
        <pc:spChg chg="del mod">
          <ac:chgData name="Jackie Zhou" userId="5282321b06ad1a90" providerId="LiveId" clId="{7881A263-5E1A-47F6-A9F5-576E0EF96A7D}" dt="2024-12-05T01:20:36.072" v="327" actId="478"/>
          <ac:spMkLst>
            <pc:docMk/>
            <pc:sldMk cId="2807022800" sldId="262"/>
            <ac:spMk id="23" creationId="{18FB0B39-AC5C-9759-DB43-0BBD3EE828F7}"/>
          </ac:spMkLst>
        </pc:spChg>
        <pc:spChg chg="del mod ord">
          <ac:chgData name="Jackie Zhou" userId="5282321b06ad1a90" providerId="LiveId" clId="{7881A263-5E1A-47F6-A9F5-576E0EF96A7D}" dt="2024-12-05T01:20:32.173" v="325" actId="478"/>
          <ac:spMkLst>
            <pc:docMk/>
            <pc:sldMk cId="2807022800" sldId="262"/>
            <ac:spMk id="24" creationId="{569B5A36-3019-28E1-3479-56C4643846D5}"/>
          </ac:spMkLst>
        </pc:spChg>
        <pc:spChg chg="del mod">
          <ac:chgData name="Jackie Zhou" userId="5282321b06ad1a90" providerId="LiveId" clId="{7881A263-5E1A-47F6-A9F5-576E0EF96A7D}" dt="2024-12-05T01:20:39.739" v="328" actId="478"/>
          <ac:spMkLst>
            <pc:docMk/>
            <pc:sldMk cId="2807022800" sldId="262"/>
            <ac:spMk id="25" creationId="{B2176596-2154-A500-7F73-FA2B50698C39}"/>
          </ac:spMkLst>
        </pc:spChg>
        <pc:spChg chg="del mod ord">
          <ac:chgData name="Jackie Zhou" userId="5282321b06ad1a90" providerId="LiveId" clId="{7881A263-5E1A-47F6-A9F5-576E0EF96A7D}" dt="2024-12-05T01:20:40.844" v="329" actId="478"/>
          <ac:spMkLst>
            <pc:docMk/>
            <pc:sldMk cId="2807022800" sldId="262"/>
            <ac:spMk id="26" creationId="{7E6007EE-2D16-8B11-1F6E-0354D2F2EC1A}"/>
          </ac:spMkLst>
        </pc:spChg>
        <pc:spChg chg="del mod">
          <ac:chgData name="Jackie Zhou" userId="5282321b06ad1a90" providerId="LiveId" clId="{7881A263-5E1A-47F6-A9F5-576E0EF96A7D}" dt="2024-12-05T01:20:34.934" v="326" actId="478"/>
          <ac:spMkLst>
            <pc:docMk/>
            <pc:sldMk cId="2807022800" sldId="262"/>
            <ac:spMk id="28" creationId="{D9BB6AA1-0AD8-2FA7-4EDC-4769269B7BC1}"/>
          </ac:spMkLst>
        </pc:spChg>
        <pc:spChg chg="del mod ord">
          <ac:chgData name="Jackie Zhou" userId="5282321b06ad1a90" providerId="LiveId" clId="{7881A263-5E1A-47F6-A9F5-576E0EF96A7D}" dt="2024-12-05T01:20:46.229" v="333" actId="478"/>
          <ac:spMkLst>
            <pc:docMk/>
            <pc:sldMk cId="2807022800" sldId="262"/>
            <ac:spMk id="38" creationId="{B285A608-6FEC-DEC1-BBD6-A04DCB3083EF}"/>
          </ac:spMkLst>
        </pc:spChg>
        <pc:spChg chg="del mod">
          <ac:chgData name="Jackie Zhou" userId="5282321b06ad1a90" providerId="LiveId" clId="{7881A263-5E1A-47F6-A9F5-576E0EF96A7D}" dt="2024-12-05T01:21:04.322" v="337" actId="478"/>
          <ac:spMkLst>
            <pc:docMk/>
            <pc:sldMk cId="2807022800" sldId="262"/>
            <ac:spMk id="39" creationId="{72A5CA22-2C84-6122-1796-F944B9EE0397}"/>
          </ac:spMkLst>
        </pc:spChg>
        <pc:spChg chg="del mod">
          <ac:chgData name="Jackie Zhou" userId="5282321b06ad1a90" providerId="LiveId" clId="{7881A263-5E1A-47F6-A9F5-576E0EF96A7D}" dt="2024-12-05T01:21:03.521" v="336" actId="478"/>
          <ac:spMkLst>
            <pc:docMk/>
            <pc:sldMk cId="2807022800" sldId="262"/>
            <ac:spMk id="40" creationId="{0C1DCD8E-14F1-682D-7640-7545D8494E80}"/>
          </ac:spMkLst>
        </pc:spChg>
        <pc:spChg chg="del mod">
          <ac:chgData name="Jackie Zhou" userId="5282321b06ad1a90" providerId="LiveId" clId="{7881A263-5E1A-47F6-A9F5-576E0EF96A7D}" dt="2024-12-05T01:20:48.758" v="334" actId="478"/>
          <ac:spMkLst>
            <pc:docMk/>
            <pc:sldMk cId="2807022800" sldId="262"/>
            <ac:spMk id="42" creationId="{CCFC4D7C-4659-1AA8-20E7-D56948F4B2CA}"/>
          </ac:spMkLst>
        </pc:spChg>
        <pc:spChg chg="del mod">
          <ac:chgData name="Jackie Zhou" userId="5282321b06ad1a90" providerId="LiveId" clId="{7881A263-5E1A-47F6-A9F5-576E0EF96A7D}" dt="2024-12-05T01:21:02.823" v="335" actId="478"/>
          <ac:spMkLst>
            <pc:docMk/>
            <pc:sldMk cId="2807022800" sldId="262"/>
            <ac:spMk id="44" creationId="{B6BF2DCF-D822-7855-9B70-514C9DA905A1}"/>
          </ac:spMkLst>
        </pc:spChg>
        <pc:spChg chg="del mod">
          <ac:chgData name="Jackie Zhou" userId="5282321b06ad1a90" providerId="LiveId" clId="{7881A263-5E1A-47F6-A9F5-576E0EF96A7D}" dt="2024-12-05T01:21:05.969" v="338" actId="478"/>
          <ac:spMkLst>
            <pc:docMk/>
            <pc:sldMk cId="2807022800" sldId="262"/>
            <ac:spMk id="45" creationId="{60D130EB-FE09-FD97-ADD3-76A321871413}"/>
          </ac:spMkLst>
        </pc:spChg>
        <pc:picChg chg="mod">
          <ac:chgData name="Jackie Zhou" userId="5282321b06ad1a90" providerId="LiveId" clId="{7881A263-5E1A-47F6-A9F5-576E0EF96A7D}" dt="2024-12-05T01:21:21.121" v="342" actId="1035"/>
          <ac:picMkLst>
            <pc:docMk/>
            <pc:sldMk cId="2807022800" sldId="262"/>
            <ac:picMk id="11" creationId="{12EEF7A0-64FC-9D64-F839-DCCB35292CD3}"/>
          </ac:picMkLst>
        </pc:picChg>
        <pc:picChg chg="mod">
          <ac:chgData name="Jackie Zhou" userId="5282321b06ad1a90" providerId="LiveId" clId="{7881A263-5E1A-47F6-A9F5-576E0EF96A7D}" dt="2024-12-05T01:21:59.898" v="349" actId="14100"/>
          <ac:picMkLst>
            <pc:docMk/>
            <pc:sldMk cId="2807022800" sldId="262"/>
            <ac:picMk id="31" creationId="{FAE0290A-8B6A-5ECA-3277-5BE4D44D6641}"/>
          </ac:picMkLst>
        </pc:picChg>
        <pc:picChg chg="mod">
          <ac:chgData name="Jackie Zhou" userId="5282321b06ad1a90" providerId="LiveId" clId="{7881A263-5E1A-47F6-A9F5-576E0EF96A7D}" dt="2024-12-05T01:21:40.050" v="345" actId="14100"/>
          <ac:picMkLst>
            <pc:docMk/>
            <pc:sldMk cId="2807022800" sldId="262"/>
            <ac:picMk id="33" creationId="{0EF792CF-4BF3-D2AD-AFF0-BC524B7D1FFC}"/>
          </ac:picMkLst>
        </pc:picChg>
        <pc:picChg chg="mod">
          <ac:chgData name="Jackie Zhou" userId="5282321b06ad1a90" providerId="LiveId" clId="{7881A263-5E1A-47F6-A9F5-576E0EF96A7D}" dt="2024-12-05T01:21:47.682" v="347" actId="14100"/>
          <ac:picMkLst>
            <pc:docMk/>
            <pc:sldMk cId="2807022800" sldId="262"/>
            <ac:picMk id="35" creationId="{F57CB052-A2CF-D187-8ED0-BD57FA2DC34C}"/>
          </ac:picMkLst>
        </pc:picChg>
        <pc:picChg chg="add del mod">
          <ac:chgData name="Jackie Zhou" userId="5282321b06ad1a90" providerId="LiveId" clId="{7881A263-5E1A-47F6-A9F5-576E0EF96A7D}" dt="2024-12-05T01:22:07.459" v="350" actId="14100"/>
          <ac:picMkLst>
            <pc:docMk/>
            <pc:sldMk cId="2807022800" sldId="262"/>
            <ac:picMk id="41" creationId="{BE335BCF-B891-831F-63D2-30AD9429DBCA}"/>
          </ac:picMkLst>
        </pc:picChg>
        <pc:picChg chg="mod">
          <ac:chgData name="Jackie Zhou" userId="5282321b06ad1a90" providerId="LiveId" clId="{7881A263-5E1A-47F6-A9F5-576E0EF96A7D}" dt="2024-12-05T01:22:11.884" v="351" actId="14100"/>
          <ac:picMkLst>
            <pc:docMk/>
            <pc:sldMk cId="2807022800" sldId="262"/>
            <ac:picMk id="43" creationId="{580E180A-B36A-09D8-F2AB-5201122DB7D0}"/>
          </ac:picMkLst>
        </pc:picChg>
        <pc:picChg chg="mod">
          <ac:chgData name="Jackie Zhou" userId="5282321b06ad1a90" providerId="LiveId" clId="{7881A263-5E1A-47F6-A9F5-576E0EF96A7D}" dt="2024-12-05T01:21:55.465" v="348" actId="14100"/>
          <ac:picMkLst>
            <pc:docMk/>
            <pc:sldMk cId="2807022800" sldId="262"/>
            <ac:picMk id="46" creationId="{F2C2CC6D-8757-ABD1-52A7-091767DA516E}"/>
          </ac:picMkLst>
        </pc:picChg>
      </pc:sldChg>
      <pc:sldChg chg="addSp modSp new mod">
        <pc:chgData name="Jackie Zhou" userId="5282321b06ad1a90" providerId="LiveId" clId="{7881A263-5E1A-47F6-A9F5-576E0EF96A7D}" dt="2024-12-01T23:12:48.739" v="308" actId="20577"/>
        <pc:sldMkLst>
          <pc:docMk/>
          <pc:sldMk cId="3601003096" sldId="263"/>
        </pc:sldMkLst>
        <pc:spChg chg="mod">
          <ac:chgData name="Jackie Zhou" userId="5282321b06ad1a90" providerId="LiveId" clId="{7881A263-5E1A-47F6-A9F5-576E0EF96A7D}" dt="2024-11-28T02:41:31.265" v="191" actId="20577"/>
          <ac:spMkLst>
            <pc:docMk/>
            <pc:sldMk cId="3601003096" sldId="263"/>
            <ac:spMk id="2" creationId="{33AF84FB-DDCA-B05B-2064-4D68F2E33F69}"/>
          </ac:spMkLst>
        </pc:spChg>
        <pc:spChg chg="mod">
          <ac:chgData name="Jackie Zhou" userId="5282321b06ad1a90" providerId="LiveId" clId="{7881A263-5E1A-47F6-A9F5-576E0EF96A7D}" dt="2024-12-01T23:12:48.739" v="308" actId="20577"/>
          <ac:spMkLst>
            <pc:docMk/>
            <pc:sldMk cId="3601003096" sldId="263"/>
            <ac:spMk id="3" creationId="{40957212-908A-63DE-51DC-E38797408EE1}"/>
          </ac:spMkLst>
        </pc:spChg>
        <pc:spChg chg="add">
          <ac:chgData name="Jackie Zhou" userId="5282321b06ad1a90" providerId="LiveId" clId="{7881A263-5E1A-47F6-A9F5-576E0EF96A7D}" dt="2024-12-01T23:10:44.335" v="285"/>
          <ac:spMkLst>
            <pc:docMk/>
            <pc:sldMk cId="3601003096" sldId="263"/>
            <ac:spMk id="4" creationId="{45BB6B8E-5F75-C8DC-37DC-4C860CD9DA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EA9D7-3EE7-44C6-BCE5-83E5A0D55D49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AAF3F-D3DF-4DBB-AC14-34B412D7063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374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Hi everyone, my name is Jackie and today I will be talking about feature importance in predicting music preference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0375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As a general outline, I’ll be going over intro and motivation, my dataset, two-part methods, results and comparisons, and then discussions.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722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Music preference and popularity is influenced by many confounding factors such as artist, marketing, as well as musical features themselves.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By analyzing acoustic features, we can get insight into characteristics that make certain songs more popular and resonate more widely with audiences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Or in other words, determining musical features that predict the popularity and success of a song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Understanding the predictive power of characteristics on popularity can provide insights for music producers, artists, and others who aim to create music that resonates with a broad audience.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Further insights also include practical applications in music recommendation systems, where identifying important features that contribute to popularity could potentially improve listener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911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A" dirty="0"/>
              <a:t>My dataset I chose for this investigation is the Free Music Archive dataset, which is a publicly available collection of musical tracks</a:t>
            </a:r>
          </a:p>
          <a:p>
            <a:pPr marL="171450" indent="-171450">
              <a:buFontTx/>
              <a:buChar char="-"/>
            </a:pPr>
            <a:r>
              <a:rPr lang="en-CA" dirty="0"/>
              <a:t>Each piece also has a number corresponding to the number of times listened. Because the number of listens grew exponentially, I applied a log transform to get the log number of listens. </a:t>
            </a:r>
          </a:p>
          <a:p>
            <a:pPr marL="171450" indent="-171450">
              <a:buFontTx/>
              <a:buChar char="-"/>
            </a:pPr>
            <a:r>
              <a:rPr lang="en-CA" dirty="0"/>
              <a:t>With the log transform applied, there were no outliers, however, I chose to remove the most extreme 5% of the dataset. </a:t>
            </a:r>
          </a:p>
          <a:p>
            <a:pPr marL="171450" indent="-171450">
              <a:buFontTx/>
              <a:buChar char="-"/>
            </a:pPr>
            <a:r>
              <a:rPr lang="en-CA" dirty="0"/>
              <a:t>Each piece also has metadata as well as acoustic features from Spotify’s feature extractions, listed in this correlation matrix here. As you can see, many of them are correlated.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196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Since the eight acoustic features may have overlapping information, shown by the moderate correlations, I used dimensionality reduction using PCA. </a:t>
            </a:r>
            <a:r>
              <a:rPr lang="en-US" dirty="0"/>
              <a:t>I chose to use the first 5 principal components as it explained around 72% of the variance, as adding more PCs showed diminishing returns.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234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0A48F-CDA0-6078-D786-4F70BF9B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67663-584E-18D0-3BEF-63E8A492B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51C53-A781-3456-F3F3-6527D2485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As for the predictive models, I used an 80/20 split and compared the models using feature importance, RMSE, and </a:t>
            </a:r>
            <a:r>
              <a:rPr lang="en-CA" dirty="0" err="1"/>
              <a:t>rsquared</a:t>
            </a:r>
            <a:endParaRPr lang="en-CA" dirty="0"/>
          </a:p>
          <a:p>
            <a:r>
              <a:rPr lang="en-CA" dirty="0"/>
              <a:t>- The two models I chose were random forest regression and regression with boosting using </a:t>
            </a:r>
            <a:r>
              <a:rPr lang="en-CA" dirty="0" err="1"/>
              <a:t>xgboost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4C8B6-5BE3-D99A-8A58-6F09B2B72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097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Comparing the two models, the random forest regression had an </a:t>
            </a:r>
            <a:r>
              <a:rPr lang="en-CA" dirty="0" err="1"/>
              <a:t>rmse</a:t>
            </a:r>
            <a:r>
              <a:rPr lang="en-CA" dirty="0"/>
              <a:t> of 1.043 and a significant </a:t>
            </a:r>
            <a:r>
              <a:rPr lang="en-CA" dirty="0" err="1"/>
              <a:t>rsquared</a:t>
            </a:r>
            <a:r>
              <a:rPr lang="en-CA" dirty="0"/>
              <a:t> of 0.054. The two most important PCs for random forest was PC1 and PC2</a:t>
            </a:r>
          </a:p>
          <a:p>
            <a:r>
              <a:rPr lang="en-CA" dirty="0"/>
              <a:t>The regression model with boosting had a slightly lower RMSE of 1.026 and a higher </a:t>
            </a:r>
            <a:r>
              <a:rPr lang="en-CA" dirty="0" err="1"/>
              <a:t>rsquared</a:t>
            </a:r>
            <a:r>
              <a:rPr lang="en-CA" dirty="0"/>
              <a:t> of 0.075. The most important loading was still PC1 but the next most important was PC4.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882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https://developer.spotify.com/documentation/web-api/reference/get-audio-features </a:t>
            </a:r>
          </a:p>
          <a:p>
            <a:endParaRPr lang="en-CA" dirty="0"/>
          </a:p>
          <a:p>
            <a:r>
              <a:rPr lang="en-CA" dirty="0"/>
              <a:t>Looking at the results, the relatively high RMSE and low </a:t>
            </a:r>
            <a:r>
              <a:rPr lang="en-CA" dirty="0" err="1"/>
              <a:t>rsquared</a:t>
            </a:r>
            <a:r>
              <a:rPr lang="en-CA" dirty="0"/>
              <a:t> for both models suggest that acoustic features alone cannot highly predict music preference, however, since there was still a small significant association between PCs and popularity, we can start to break that down. </a:t>
            </a:r>
          </a:p>
          <a:p>
            <a:r>
              <a:rPr lang="en-CA" dirty="0"/>
              <a:t>PC1 grouped music that was sad, slow, and acoustic. PC2 grouped music that was fast, energetic, and non-acoustic. And PC4 grouped music that was shorter in duration, upbeat, and acoustic.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6610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6320-511E-C577-DFEB-0C077DD6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18CDB-0592-B049-D7BA-9F8B08A73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FFC3C-3E49-D2F2-BBA6-83962E9EB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https://developer.spotify.com/documentation/web-api/reference/get-audio-features </a:t>
            </a:r>
          </a:p>
          <a:p>
            <a:r>
              <a:rPr lang="en-CA" dirty="0"/>
              <a:t>- PASTE LEGEND</a:t>
            </a:r>
          </a:p>
          <a:p>
            <a:r>
              <a:rPr lang="en-CA" dirty="0"/>
              <a:t>So overall, the random forest regression showed that listeners preferred music that was less acoustic, more danceable, lower energy, and more major or positive music. </a:t>
            </a:r>
          </a:p>
          <a:p>
            <a:r>
              <a:rPr lang="en-CA" dirty="0"/>
              <a:t>Whereas the regression model with boosting showed that listeners preferred less acoustic music, more danceable, slower tempo, and positive major music.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FEAD0-188E-E543-2866-5056B0D9C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1668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5528-96C1-59CC-3A5D-DE5535B8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F47D2-D289-A80C-A378-AEEF6036E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2BBDAC-6673-6553-5B94-3F978DF6B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793A9-9D3B-38B6-941F-D0AC6E8D0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AAF3F-D3DF-4DBB-AC14-34B412D70634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7291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F5DC-EA96-0754-BF57-A860EC4D3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71DD8-8FE0-FDCD-CA27-36A4B2F25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28300-B051-1CEE-CD15-3153B31A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15334-F9F1-FD00-2DF4-C7BCF129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84A7C-76CD-5834-0A59-1744E778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85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3CA7-9FA2-8A53-7BE4-EB5FBC85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3D09D-E5EF-0E55-3D37-F96A87ED0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67B10-2916-66AC-CF42-C11CF01B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59B41-3419-3F8A-92DD-3F01D856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662EE-C7C5-59C1-9D45-9E8C8375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316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BB0C4-66F5-3E52-0D68-E9DB0B634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6F388-E4C9-4338-1B0D-0569BCFD9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EFA81-23D5-39F2-A467-816A21FF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539FF-371C-F469-AF1A-6D7C506A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E942-F6E2-47E5-F024-B0D53205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38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36A0-3011-52A4-6C14-056CFCDB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7595-878B-E682-C292-532BCAFEE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52709-679E-9DC6-842A-83F7AACD5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B9CC0-005C-5525-4CB9-43B63276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A87E5-5821-823B-2398-24BB53B9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C014A-9425-8DA1-997B-96CD349D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931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6CEE-900E-A8D2-3AD2-32B86DA9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D3E3B-346E-CFBA-D25C-A5864B09D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1E07F-A047-8AC8-10ED-AC0A88C0B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21F0A-EA39-86AB-904A-DAF856BC6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03AB3-9C1C-F5BB-93DC-FB8CF25B3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322C2-FCE5-A8B0-750E-0A6E1C8E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0DA03-25C2-9279-2056-5186809C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56123-DCD6-E110-FDE8-6B0EF5F9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4717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868B-FA73-DC23-17D8-260D495B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9279F-6C77-2349-B3CC-88F9C9367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6AF9C-0E9F-4C78-13B6-972DED92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0BB4D-18D6-E9BC-EE2A-58905CA1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335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1AFEA2-879E-6BD3-B123-886E4E4AC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073BA-3C2D-912D-E6AF-6C42229CB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0D14-04E5-9443-9DFC-487A29DA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524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8434-0278-89BC-1B87-6D0CE7C5E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D0E8-9B79-9796-C50E-BA20997C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A75B1-878B-FCB8-6669-29A9421ED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40DA8-3500-02DC-A1BF-C321636A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A0E3D-68BF-C64E-4FE6-A528B042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5C3D1-1317-3C29-4CA3-78D4D8C1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93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9888-5C3F-C36D-38F4-30A08345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13EED-EAC2-C128-7F10-6725DB577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8F696-DD53-C908-6AC2-D4345D94A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1352-A73D-0A24-7D49-05F6C090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0A1C0-5D54-8F21-E9F3-872444A9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FD510-7129-C1DB-2DFE-48727B39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092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C241-460E-B466-B417-6ABDA97F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A3F01-6B81-24B2-9901-0D3B53690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89E8-D312-02DD-338A-2C9E0E3A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DD53E-A939-4651-5B01-2BA18A73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F50A1-5007-52FB-3D0D-3B273A35B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653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9759E-498C-FBA1-4B6F-936046D6C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1BD41-E895-58BE-4860-4C4192AB4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D72AD-DB7A-4D2B-4130-1A8886E2E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712A-49F9-FC60-F760-3A4938D4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754B6-B78A-8DF7-0BB9-86381425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078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CCD25-EC5A-47F2-0129-F8129AE0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ECB12-1547-B5CD-D72C-7722750CD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32FDF-B3A5-C4D4-8930-84CE3EC9A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B718A-A0BA-4609-AC51-852FD01C30C3}" type="datetimeFigureOut">
              <a:rPr lang="en-CA" smtClean="0"/>
              <a:t>2024-12-05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B1F-B398-1B8C-9A7A-2CEA79957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E451-D1B8-064D-0CB0-76D555719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0B787-FFBF-485A-8EC9-BCCF8C60DA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310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Music – DAV College, Jalandhar">
            <a:extLst>
              <a:ext uri="{FF2B5EF4-FFF2-40B4-BE49-F238E27FC236}">
                <a16:creationId xmlns:a16="http://schemas.microsoft.com/office/drawing/2014/main" id="{F739EEE6-184E-8B45-808C-DBC6AD5C4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14" r="34502" b="477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BE6A-5AAE-1C6B-7E0D-FBE0EE613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/>
              <a:t>Exploring Feature Importance in Predicting Music Preference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5064B-0FC0-AABD-EA5E-49601E45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5273115" cy="1208141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en-US" sz="2000" dirty="0"/>
              <a:t>Jackie Zhou</a:t>
            </a:r>
            <a:br>
              <a:rPr lang="en-US" sz="2000" dirty="0"/>
            </a:br>
            <a:r>
              <a:rPr lang="en-US" sz="1600" dirty="0"/>
              <a:t>400186858</a:t>
            </a:r>
          </a:p>
          <a:p>
            <a:pPr algn="l"/>
            <a:r>
              <a:rPr lang="en-US" sz="1600" dirty="0"/>
              <a:t>Department of Psychology, Neuroscience &amp; </a:t>
            </a:r>
            <a:r>
              <a:rPr lang="en-US" sz="1600" dirty="0" err="1"/>
              <a:t>Behaviour</a:t>
            </a:r>
            <a:endParaRPr lang="en-US" sz="1600" dirty="0"/>
          </a:p>
          <a:p>
            <a:pPr algn="l"/>
            <a:br>
              <a:rPr lang="en-US" sz="1600" dirty="0"/>
            </a:br>
            <a:r>
              <a:rPr lang="en-US" sz="1600" dirty="0"/>
              <a:t>Friday, December 6, 2024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135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4526-15E1-6085-E4B7-CE3BBA3E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D3481-D387-6117-5862-E0F6BFF5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Introduction + Motivation</a:t>
            </a:r>
          </a:p>
          <a:p>
            <a:r>
              <a:rPr lang="en-CA" dirty="0"/>
              <a:t>Data: Free Music Archive</a:t>
            </a:r>
          </a:p>
          <a:p>
            <a:r>
              <a:rPr lang="en-CA" dirty="0"/>
              <a:t>Methods</a:t>
            </a:r>
          </a:p>
          <a:p>
            <a:pPr lvl="1"/>
            <a:r>
              <a:rPr lang="en-CA" dirty="0"/>
              <a:t>Principal Components Analysis</a:t>
            </a:r>
          </a:p>
          <a:p>
            <a:pPr lvl="1"/>
            <a:r>
              <a:rPr lang="en-CA" dirty="0"/>
              <a:t>Regression Analyses: Random Forest and Boosting</a:t>
            </a:r>
          </a:p>
          <a:p>
            <a:r>
              <a:rPr lang="en-CA" dirty="0"/>
              <a:t>Results</a:t>
            </a:r>
          </a:p>
          <a:p>
            <a:pPr lvl="1"/>
            <a:r>
              <a:rPr lang="en-CA" dirty="0"/>
              <a:t>Regression Models Comparison</a:t>
            </a:r>
          </a:p>
          <a:p>
            <a:pPr lvl="1"/>
            <a:r>
              <a:rPr lang="en-CA" dirty="0"/>
              <a:t>PCA Feature Loadings</a:t>
            </a:r>
          </a:p>
          <a:p>
            <a:r>
              <a:rPr lang="en-CA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62079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17E3-9F64-0702-325A-D538A212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Introduction + Motivation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E87026-C477-986A-3C63-96F4935A1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5"/>
            <a:ext cx="10515600" cy="4351338"/>
          </a:xfrm>
        </p:spPr>
        <p:txBody>
          <a:bodyPr/>
          <a:lstStyle/>
          <a:p>
            <a:r>
              <a:rPr lang="en-CA" sz="2200" dirty="0"/>
              <a:t>Music popularity is influenced by a complex interplay of factors</a:t>
            </a:r>
          </a:p>
          <a:p>
            <a:pPr lvl="1"/>
            <a:r>
              <a:rPr lang="en-CA" sz="2000" dirty="0"/>
              <a:t>Artist recognition, marketing, etc.</a:t>
            </a:r>
          </a:p>
          <a:p>
            <a:pPr lvl="1"/>
            <a:r>
              <a:rPr lang="en-CA" sz="2000" dirty="0"/>
              <a:t>Qualities and acoustic features of music</a:t>
            </a:r>
          </a:p>
          <a:p>
            <a:r>
              <a:rPr lang="en-CA" sz="2200" dirty="0"/>
              <a:t>By analyzing acoustic features, we can determine specific musical features that predict the popularity and success of the song</a:t>
            </a:r>
          </a:p>
          <a:p>
            <a:r>
              <a:rPr lang="en-CA" sz="2200" dirty="0"/>
              <a:t>Further implications include identifying key features to prioritize for music recommendation, improving listener engagements</a:t>
            </a:r>
          </a:p>
        </p:txBody>
      </p:sp>
    </p:spTree>
    <p:extLst>
      <p:ext uri="{BB962C8B-B14F-4D97-AF65-F5344CB8AC3E}">
        <p14:creationId xmlns:p14="http://schemas.microsoft.com/office/powerpoint/2010/main" val="377146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007CC-BD5A-97CC-A9E4-9FD75065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Data: Free Music Archive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1B2F-19C6-20EE-FB3D-93E2F2DF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830"/>
            <a:ext cx="10515600" cy="785495"/>
          </a:xfrm>
        </p:spPr>
        <p:txBody>
          <a:bodyPr/>
          <a:lstStyle/>
          <a:p>
            <a:r>
              <a:rPr lang="en-CA" sz="2200" dirty="0"/>
              <a:t>The Free Music Archive (FMA) dataset is a publicly available collection of over 106,000 tracks, each annotated with metadata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81EB8-68A0-2EB2-86C7-C316F524F476}"/>
              </a:ext>
            </a:extLst>
          </p:cNvPr>
          <p:cNvGrpSpPr/>
          <p:nvPr/>
        </p:nvGrpSpPr>
        <p:grpSpPr>
          <a:xfrm>
            <a:off x="5920391" y="2324325"/>
            <a:ext cx="5708194" cy="4327981"/>
            <a:chOff x="430986" y="2324325"/>
            <a:chExt cx="5708194" cy="4327981"/>
          </a:xfrm>
        </p:grpSpPr>
        <p:pic>
          <p:nvPicPr>
            <p:cNvPr id="21" name="Picture 20" descr="A screenshot of a graph&#10;&#10;Description automatically generated">
              <a:extLst>
                <a:ext uri="{FF2B5EF4-FFF2-40B4-BE49-F238E27FC236}">
                  <a16:creationId xmlns:a16="http://schemas.microsoft.com/office/drawing/2014/main" id="{BFE0FA42-FA54-3B89-7747-496F55D5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3" r="21250"/>
            <a:stretch/>
          </p:blipFill>
          <p:spPr>
            <a:xfrm>
              <a:off x="1300480" y="2970656"/>
              <a:ext cx="4282985" cy="368165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97BCE92-25AD-A55C-36E0-2074E2832E36}"/>
                </a:ext>
              </a:extLst>
            </p:cNvPr>
            <p:cNvSpPr txBox="1"/>
            <p:nvPr/>
          </p:nvSpPr>
          <p:spPr>
            <a:xfrm>
              <a:off x="430986" y="2324325"/>
              <a:ext cx="57081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CA" sz="1800" dirty="0"/>
                <a:t>~9000 tracks included audio features extracted by Echo nest (Spotify’s music AI platform)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9D775A6-8560-4014-E99E-0F993382C4E4}"/>
              </a:ext>
            </a:extLst>
          </p:cNvPr>
          <p:cNvGrpSpPr/>
          <p:nvPr/>
        </p:nvGrpSpPr>
        <p:grpSpPr>
          <a:xfrm>
            <a:off x="563415" y="2324325"/>
            <a:ext cx="5352394" cy="4287976"/>
            <a:chOff x="6096000" y="2324325"/>
            <a:chExt cx="5352394" cy="428797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5BD305F-A473-D4C6-0091-91000BE1AD45}"/>
                </a:ext>
              </a:extLst>
            </p:cNvPr>
            <p:cNvSpPr txBox="1"/>
            <p:nvPr/>
          </p:nvSpPr>
          <p:spPr>
            <a:xfrm>
              <a:off x="6096000" y="2324325"/>
              <a:ext cx="535239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CA" sz="1800" dirty="0"/>
                <a:t>Popularity/success determined by the number of listens per track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CA" sz="1800" dirty="0"/>
                <a:t>Bottom and top 2.5% removed </a:t>
              </a:r>
            </a:p>
          </p:txBody>
        </p:sp>
        <p:pic>
          <p:nvPicPr>
            <p:cNvPr id="27" name="Picture 26" descr="A purple graph with white lines&#10;&#10;Description automatically generated">
              <a:extLst>
                <a:ext uri="{FF2B5EF4-FFF2-40B4-BE49-F238E27FC236}">
                  <a16:creationId xmlns:a16="http://schemas.microsoft.com/office/drawing/2014/main" id="{2B3CB135-63B4-5F46-E261-39B9628CC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173" y="3268154"/>
              <a:ext cx="5016221" cy="33441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393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A9852-60BF-4A19-2A3B-7888B000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Methods: PCA</a:t>
            </a:r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E18E2B2B-7D5C-2F5C-893C-06B85A675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897" y="2928247"/>
            <a:ext cx="6466205" cy="3694974"/>
          </a:xfr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5A6345-1876-6854-B7A8-5EEE806097FA}"/>
              </a:ext>
            </a:extLst>
          </p:cNvPr>
          <p:cNvSpPr txBox="1">
            <a:spLocks/>
          </p:cNvSpPr>
          <p:nvPr/>
        </p:nvSpPr>
        <p:spPr>
          <a:xfrm>
            <a:off x="838200" y="150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200" dirty="0"/>
              <a:t>Principal Components Analysis used for dimensionality reduction </a:t>
            </a:r>
          </a:p>
          <a:p>
            <a:r>
              <a:rPr lang="en-CA" sz="2200" dirty="0"/>
              <a:t>Used first 5 PCs as they explain ~72% of the total variance</a:t>
            </a:r>
          </a:p>
          <a:p>
            <a:pPr lvl="1"/>
            <a:r>
              <a:rPr lang="en-CA" sz="1800" dirty="0" err="1"/>
              <a:t>log_track_listens</a:t>
            </a:r>
            <a:r>
              <a:rPr lang="en-CA" sz="1800" dirty="0"/>
              <a:t> ~ PC1 + PC2 + PC3 + PC4 + PC5</a:t>
            </a:r>
          </a:p>
        </p:txBody>
      </p:sp>
    </p:spTree>
    <p:extLst>
      <p:ext uri="{BB962C8B-B14F-4D97-AF65-F5344CB8AC3E}">
        <p14:creationId xmlns:p14="http://schemas.microsoft.com/office/powerpoint/2010/main" val="15333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2D96-4FEF-A1E1-6471-06B941DD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CD1B-7F46-3715-CCBF-23C7B8CDF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Methods: Models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FDD54E-EE03-3197-6466-ABA9F2D62ECC}"/>
              </a:ext>
            </a:extLst>
          </p:cNvPr>
          <p:cNvSpPr txBox="1">
            <a:spLocks/>
          </p:cNvSpPr>
          <p:nvPr/>
        </p:nvSpPr>
        <p:spPr>
          <a:xfrm>
            <a:off x="838200" y="1501600"/>
            <a:ext cx="10515600" cy="1797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200" dirty="0"/>
              <a:t>Exploring the predictive power of PCs on music popularity using regression models</a:t>
            </a:r>
          </a:p>
          <a:p>
            <a:pPr lvl="1"/>
            <a:r>
              <a:rPr lang="en-CA" sz="1800" dirty="0"/>
              <a:t>80% for Training and 20% for Testing</a:t>
            </a:r>
          </a:p>
          <a:p>
            <a:pPr lvl="1"/>
            <a:r>
              <a:rPr lang="en-CA" sz="1800" dirty="0"/>
              <a:t>Model Evaluation using</a:t>
            </a:r>
          </a:p>
          <a:p>
            <a:pPr lvl="2"/>
            <a:r>
              <a:rPr lang="en-CA" sz="1600" dirty="0"/>
              <a:t>Feature (PC) Importance</a:t>
            </a:r>
          </a:p>
          <a:p>
            <a:pPr lvl="2"/>
            <a:r>
              <a:rPr lang="en-CA" sz="1600" dirty="0"/>
              <a:t>RMSE and R-squared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DB6791-B0D3-1368-458A-9B0C335CFE0C}"/>
              </a:ext>
            </a:extLst>
          </p:cNvPr>
          <p:cNvSpPr txBox="1">
            <a:spLocks/>
          </p:cNvSpPr>
          <p:nvPr/>
        </p:nvSpPr>
        <p:spPr>
          <a:xfrm>
            <a:off x="838200" y="3232799"/>
            <a:ext cx="4312159" cy="473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200" b="1" dirty="0"/>
              <a:t>Random Forest Regression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574439-0C1A-2323-4AD9-F78C22F8785F}"/>
              </a:ext>
            </a:extLst>
          </p:cNvPr>
          <p:cNvSpPr txBox="1">
            <a:spLocks/>
          </p:cNvSpPr>
          <p:nvPr/>
        </p:nvSpPr>
        <p:spPr>
          <a:xfrm>
            <a:off x="838200" y="4652035"/>
            <a:ext cx="3902325" cy="473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200" b="1" dirty="0"/>
              <a:t>Regression with Boosting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A2C63-9E4D-5FC9-86DE-17E49006CA7B}"/>
              </a:ext>
            </a:extLst>
          </p:cNvPr>
          <p:cNvSpPr txBox="1"/>
          <p:nvPr/>
        </p:nvSpPr>
        <p:spPr>
          <a:xfrm>
            <a:off x="880324" y="3538055"/>
            <a:ext cx="54170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Random Forest Parameter Tuning: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500 Trees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 err="1"/>
              <a:t>mtry</a:t>
            </a:r>
            <a:r>
              <a:rPr lang="en-CA" dirty="0"/>
              <a:t> =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2245F7-68E2-2A8B-0630-99E5FA80A172}"/>
              </a:ext>
            </a:extLst>
          </p:cNvPr>
          <p:cNvSpPr txBox="1"/>
          <p:nvPr/>
        </p:nvSpPr>
        <p:spPr>
          <a:xfrm>
            <a:off x="880325" y="4990829"/>
            <a:ext cx="54170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XGBoost</a:t>
            </a:r>
            <a:r>
              <a:rPr lang="en-CA" dirty="0"/>
              <a:t> Parameter Tuning: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200 Trees (rounds of boosting)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Tested depth from 1-5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Minimizing test RMSE while using the lowest </a:t>
            </a:r>
            <a:r>
              <a:rPr lang="en-CA" dirty="0" err="1"/>
              <a:t>max_depth</a:t>
            </a:r>
            <a:r>
              <a:rPr lang="en-CA" dirty="0"/>
              <a:t>: depth of 3 at boost iteration 137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8BBD27-E63F-0735-7F87-9342E95DF00B}"/>
              </a:ext>
            </a:extLst>
          </p:cNvPr>
          <p:cNvGrpSpPr/>
          <p:nvPr/>
        </p:nvGrpSpPr>
        <p:grpSpPr>
          <a:xfrm>
            <a:off x="6398391" y="2255174"/>
            <a:ext cx="5650491" cy="3368350"/>
            <a:chOff x="6398391" y="2057319"/>
            <a:chExt cx="5650491" cy="336835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E6068D1-E01D-41FF-B744-57E50F6E1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0" t="709" r="519" b="1750"/>
            <a:stretch/>
          </p:blipFill>
          <p:spPr>
            <a:xfrm>
              <a:off x="6398391" y="2113998"/>
              <a:ext cx="5650491" cy="331167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2216E2-DAD1-77FC-B198-A126FC894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7286" y="2444076"/>
              <a:ext cx="3998073" cy="256480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45CEF66-BD5A-50B4-1E68-912CD8299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8080" y="2581827"/>
              <a:ext cx="311085" cy="2427052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7B749E1-8389-21B9-99AD-43E7789F1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8318" y="2057319"/>
              <a:ext cx="1591361" cy="3023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840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CFA5-6FFC-03F6-2490-70BFCAA0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013A-4DB0-4A01-6E04-7AE89CE1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Results: Model Comparison &amp; PCA Loadings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E762AA-C838-1598-A947-1953FFDC972D}"/>
              </a:ext>
            </a:extLst>
          </p:cNvPr>
          <p:cNvSpPr txBox="1">
            <a:spLocks/>
          </p:cNvSpPr>
          <p:nvPr/>
        </p:nvSpPr>
        <p:spPr>
          <a:xfrm>
            <a:off x="264116" y="1843950"/>
            <a:ext cx="3601720" cy="1948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200" b="1" dirty="0"/>
              <a:t>Random Forest Regression</a:t>
            </a:r>
          </a:p>
          <a:p>
            <a:r>
              <a:rPr lang="en-CA" sz="2000" dirty="0"/>
              <a:t>RMSE: 1.043</a:t>
            </a:r>
          </a:p>
          <a:p>
            <a:r>
              <a:rPr lang="en-CA" sz="2000" dirty="0"/>
              <a:t>R-squared = 0.054***</a:t>
            </a:r>
          </a:p>
          <a:p>
            <a:r>
              <a:rPr lang="en-CA" sz="2000" dirty="0"/>
              <a:t>Most Important: PC1, PC2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09542F-A29C-9559-6B47-D4882E37C432}"/>
              </a:ext>
            </a:extLst>
          </p:cNvPr>
          <p:cNvSpPr txBox="1">
            <a:spLocks/>
          </p:cNvSpPr>
          <p:nvPr/>
        </p:nvSpPr>
        <p:spPr>
          <a:xfrm>
            <a:off x="264115" y="4118772"/>
            <a:ext cx="3601721" cy="216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200" b="1" dirty="0"/>
              <a:t>Regression with Boosting</a:t>
            </a:r>
          </a:p>
          <a:p>
            <a:r>
              <a:rPr lang="en-CA" sz="2000" dirty="0"/>
              <a:t>RMSE: 1.026</a:t>
            </a:r>
          </a:p>
          <a:p>
            <a:r>
              <a:rPr lang="en-CA" sz="2000" dirty="0"/>
              <a:t>R-squared = 0.075***</a:t>
            </a:r>
          </a:p>
          <a:p>
            <a:r>
              <a:rPr lang="en-CA" sz="2000" dirty="0"/>
              <a:t>Most Important: PC1, PC4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FE192A-FD58-9BE8-3FF1-64F2B20B0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324"/>
          <a:stretch/>
        </p:blipFill>
        <p:spPr>
          <a:xfrm>
            <a:off x="7976363" y="1639888"/>
            <a:ext cx="3423079" cy="2356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813146-4440-181E-1725-31C34304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518"/>
          <a:stretch/>
        </p:blipFill>
        <p:spPr>
          <a:xfrm>
            <a:off x="11362357" y="2160434"/>
            <a:ext cx="829643" cy="3671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0AF724-612B-811E-A616-ACD5C3629B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325"/>
          <a:stretch/>
        </p:blipFill>
        <p:spPr>
          <a:xfrm>
            <a:off x="7976366" y="4096466"/>
            <a:ext cx="3423076" cy="2356149"/>
          </a:xfrm>
          <a:prstGeom prst="rect">
            <a:avLst/>
          </a:prstGeom>
        </p:spPr>
      </p:pic>
      <p:pic>
        <p:nvPicPr>
          <p:cNvPr id="13" name="Picture 12" descr="A screenshot of a graph&#10;&#10;Description automatically generated">
            <a:extLst>
              <a:ext uri="{FF2B5EF4-FFF2-40B4-BE49-F238E27FC236}">
                <a16:creationId xmlns:a16="http://schemas.microsoft.com/office/drawing/2014/main" id="{D7C953DE-BDC9-64E9-80A7-5BAB954D6E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836" y="1575237"/>
            <a:ext cx="4064885" cy="48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11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8DFA-F50E-7432-B66F-08A24879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Discussion: PC and Feature Loadings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271D446-C7F8-6855-C5FD-5B494E48DB49}"/>
              </a:ext>
            </a:extLst>
          </p:cNvPr>
          <p:cNvSpPr txBox="1">
            <a:spLocks/>
          </p:cNvSpPr>
          <p:nvPr/>
        </p:nvSpPr>
        <p:spPr>
          <a:xfrm>
            <a:off x="838200" y="3044952"/>
            <a:ext cx="5105400" cy="34987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2000" b="1" dirty="0"/>
              <a:t>Random Forest Regression</a:t>
            </a:r>
          </a:p>
          <a:p>
            <a:r>
              <a:rPr lang="en-CA" sz="2000" b="1" dirty="0"/>
              <a:t>PC1: </a:t>
            </a:r>
            <a:r>
              <a:rPr lang="en-CA" sz="2000" dirty="0">
                <a:solidFill>
                  <a:schemeClr val="accent4"/>
                </a:solidFill>
              </a:rPr>
              <a:t>Low valence</a:t>
            </a:r>
            <a:r>
              <a:rPr lang="en-CA" sz="2000" dirty="0"/>
              <a:t>, </a:t>
            </a:r>
            <a:r>
              <a:rPr lang="en-CA" sz="2000" dirty="0">
                <a:solidFill>
                  <a:schemeClr val="accent4"/>
                </a:solidFill>
              </a:rPr>
              <a:t>low danceability</a:t>
            </a:r>
            <a:r>
              <a:rPr lang="en-CA" sz="2000" dirty="0"/>
              <a:t>, </a:t>
            </a:r>
            <a:r>
              <a:rPr lang="en-CA" sz="2000" dirty="0">
                <a:solidFill>
                  <a:srgbClr val="FF0000"/>
                </a:solidFill>
              </a:rPr>
              <a:t>high </a:t>
            </a:r>
            <a:r>
              <a:rPr lang="en-CA" sz="2000" dirty="0" err="1">
                <a:solidFill>
                  <a:srgbClr val="FF0000"/>
                </a:solidFill>
              </a:rPr>
              <a:t>acousticness</a:t>
            </a:r>
            <a:r>
              <a:rPr lang="en-CA" sz="2000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CA" sz="1600" i="1" dirty="0">
                <a:solidFill>
                  <a:schemeClr val="accent4"/>
                </a:solidFill>
                <a:sym typeface="Wingdings" panose="05000000000000000000" pitchFamily="2" charset="2"/>
              </a:rPr>
              <a:t>Sad</a:t>
            </a:r>
            <a:r>
              <a:rPr lang="en-CA" sz="1600" i="1" dirty="0">
                <a:sym typeface="Wingdings" panose="05000000000000000000" pitchFamily="2" charset="2"/>
              </a:rPr>
              <a:t>, </a:t>
            </a:r>
            <a:r>
              <a:rPr lang="en-CA" sz="1600" i="1" dirty="0">
                <a:solidFill>
                  <a:schemeClr val="accent4"/>
                </a:solidFill>
                <a:sym typeface="Wingdings" panose="05000000000000000000" pitchFamily="2" charset="2"/>
              </a:rPr>
              <a:t>slow</a:t>
            </a:r>
            <a:r>
              <a:rPr lang="en-CA" sz="1600" i="1" dirty="0">
                <a:sym typeface="Wingdings" panose="05000000000000000000" pitchFamily="2" charset="2"/>
              </a:rPr>
              <a:t>, </a:t>
            </a:r>
            <a:r>
              <a:rPr lang="en-CA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acoustic</a:t>
            </a:r>
            <a:r>
              <a:rPr lang="en-CA" sz="1600" i="1" dirty="0">
                <a:sym typeface="Wingdings" panose="05000000000000000000" pitchFamily="2" charset="2"/>
              </a:rPr>
              <a:t> music</a:t>
            </a:r>
            <a:endParaRPr lang="en-CA" sz="1600" i="1" dirty="0"/>
          </a:p>
          <a:p>
            <a:r>
              <a:rPr lang="en-CA" sz="2000" b="1" dirty="0"/>
              <a:t>PC2: </a:t>
            </a:r>
            <a:r>
              <a:rPr lang="en-CA" sz="2000" dirty="0">
                <a:solidFill>
                  <a:srgbClr val="FF0000"/>
                </a:solidFill>
              </a:rPr>
              <a:t>High energy </a:t>
            </a:r>
            <a:r>
              <a:rPr lang="en-CA" sz="2000" dirty="0"/>
              <a:t>&amp; </a:t>
            </a:r>
            <a:r>
              <a:rPr lang="en-CA" sz="2000" dirty="0">
                <a:solidFill>
                  <a:srgbClr val="FF0000"/>
                </a:solidFill>
              </a:rPr>
              <a:t>fast tempo</a:t>
            </a:r>
            <a:r>
              <a:rPr lang="en-CA" sz="2000" dirty="0"/>
              <a:t>, </a:t>
            </a:r>
            <a:r>
              <a:rPr lang="en-CA" sz="2000" dirty="0">
                <a:solidFill>
                  <a:schemeClr val="accent4"/>
                </a:solidFill>
              </a:rPr>
              <a:t>low danceability</a:t>
            </a:r>
            <a:r>
              <a:rPr lang="en-CA" sz="2000" dirty="0"/>
              <a:t>, </a:t>
            </a:r>
            <a:r>
              <a:rPr lang="en-CA" sz="2000" dirty="0">
                <a:solidFill>
                  <a:schemeClr val="accent4"/>
                </a:solidFill>
              </a:rPr>
              <a:t>low </a:t>
            </a:r>
            <a:r>
              <a:rPr lang="en-CA" sz="2000" dirty="0" err="1">
                <a:solidFill>
                  <a:schemeClr val="accent4"/>
                </a:solidFill>
              </a:rPr>
              <a:t>acousticness</a:t>
            </a:r>
            <a:r>
              <a:rPr lang="en-CA" sz="2000" dirty="0">
                <a:solidFill>
                  <a:schemeClr val="accent4"/>
                </a:solidFill>
              </a:rPr>
              <a:t> </a:t>
            </a:r>
          </a:p>
          <a:p>
            <a:pPr lvl="1"/>
            <a:r>
              <a:rPr lang="en-CA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Fast</a:t>
            </a:r>
            <a:r>
              <a:rPr lang="en-CA" sz="1600" i="1" dirty="0">
                <a:sym typeface="Wingdings" panose="05000000000000000000" pitchFamily="2" charset="2"/>
              </a:rPr>
              <a:t>, </a:t>
            </a:r>
            <a:r>
              <a:rPr lang="en-CA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energetic</a:t>
            </a:r>
            <a:r>
              <a:rPr lang="en-CA" sz="1600" i="1" dirty="0">
                <a:sym typeface="Wingdings" panose="05000000000000000000" pitchFamily="2" charset="2"/>
              </a:rPr>
              <a:t>, </a:t>
            </a:r>
            <a:r>
              <a:rPr lang="en-CA" sz="1600" i="1" dirty="0">
                <a:solidFill>
                  <a:schemeClr val="accent4"/>
                </a:solidFill>
                <a:sym typeface="Wingdings" panose="05000000000000000000" pitchFamily="2" charset="2"/>
              </a:rPr>
              <a:t>electronic</a:t>
            </a:r>
            <a:r>
              <a:rPr lang="en-CA" sz="1600" i="1" dirty="0">
                <a:sym typeface="Wingdings" panose="05000000000000000000" pitchFamily="2" charset="2"/>
              </a:rPr>
              <a:t> music</a:t>
            </a:r>
            <a:br>
              <a:rPr lang="en-CA" sz="1600" i="1" dirty="0">
                <a:sym typeface="Wingdings" panose="05000000000000000000" pitchFamily="2" charset="2"/>
              </a:rPr>
            </a:br>
            <a:endParaRPr lang="en-CA" sz="2000" dirty="0"/>
          </a:p>
          <a:p>
            <a:pPr marL="0" indent="0">
              <a:buNone/>
            </a:pPr>
            <a:r>
              <a:rPr lang="en-CA" sz="2000" b="1" dirty="0"/>
              <a:t>Regression with Boosting</a:t>
            </a:r>
          </a:p>
          <a:p>
            <a:r>
              <a:rPr lang="en-CA" sz="2000" b="1" dirty="0"/>
              <a:t>PC1: </a:t>
            </a:r>
            <a:r>
              <a:rPr lang="en-CA" sz="2000" i="1" dirty="0">
                <a:solidFill>
                  <a:schemeClr val="accent4"/>
                </a:solidFill>
                <a:sym typeface="Wingdings" panose="05000000000000000000" pitchFamily="2" charset="2"/>
              </a:rPr>
              <a:t>Sad</a:t>
            </a:r>
            <a:r>
              <a:rPr lang="en-CA" sz="2000" i="1" dirty="0">
                <a:sym typeface="Wingdings" panose="05000000000000000000" pitchFamily="2" charset="2"/>
              </a:rPr>
              <a:t>, </a:t>
            </a:r>
            <a:r>
              <a:rPr lang="en-CA" sz="2000" i="1" dirty="0">
                <a:solidFill>
                  <a:schemeClr val="accent4"/>
                </a:solidFill>
                <a:sym typeface="Wingdings" panose="05000000000000000000" pitchFamily="2" charset="2"/>
              </a:rPr>
              <a:t>slow</a:t>
            </a:r>
            <a:r>
              <a:rPr lang="en-CA" sz="2000" i="1" dirty="0">
                <a:sym typeface="Wingdings" panose="05000000000000000000" pitchFamily="2" charset="2"/>
              </a:rPr>
              <a:t>, </a:t>
            </a:r>
            <a:r>
              <a:rPr lang="en-CA" sz="2000" i="1" dirty="0">
                <a:solidFill>
                  <a:srgbClr val="FF0000"/>
                </a:solidFill>
                <a:sym typeface="Wingdings" panose="05000000000000000000" pitchFamily="2" charset="2"/>
              </a:rPr>
              <a:t>acoustic</a:t>
            </a:r>
            <a:r>
              <a:rPr lang="en-CA" sz="2000" i="1" dirty="0">
                <a:sym typeface="Wingdings" panose="05000000000000000000" pitchFamily="2" charset="2"/>
              </a:rPr>
              <a:t> music</a:t>
            </a:r>
            <a:endParaRPr lang="en-CA" sz="2000" i="1" dirty="0"/>
          </a:p>
          <a:p>
            <a:r>
              <a:rPr lang="en-CA" sz="2000" b="1" dirty="0"/>
              <a:t>PC4: </a:t>
            </a:r>
            <a:r>
              <a:rPr lang="en-CA" sz="2000" dirty="0">
                <a:solidFill>
                  <a:srgbClr val="FF0000"/>
                </a:solidFill>
              </a:rPr>
              <a:t>Fast tempo</a:t>
            </a:r>
            <a:r>
              <a:rPr lang="en-CA" sz="2000" dirty="0"/>
              <a:t>, </a:t>
            </a:r>
            <a:r>
              <a:rPr lang="en-CA" sz="2000" dirty="0">
                <a:solidFill>
                  <a:srgbClr val="FF0000"/>
                </a:solidFill>
              </a:rPr>
              <a:t>high </a:t>
            </a:r>
            <a:r>
              <a:rPr lang="en-CA" sz="2000" dirty="0" err="1">
                <a:solidFill>
                  <a:srgbClr val="FF0000"/>
                </a:solidFill>
              </a:rPr>
              <a:t>acousticness</a:t>
            </a:r>
            <a:r>
              <a:rPr lang="en-CA" sz="2000" dirty="0"/>
              <a:t>, </a:t>
            </a:r>
            <a:r>
              <a:rPr lang="en-CA" sz="2000" dirty="0">
                <a:solidFill>
                  <a:schemeClr val="accent4"/>
                </a:solidFill>
              </a:rPr>
              <a:t>short duration </a:t>
            </a:r>
          </a:p>
          <a:p>
            <a:pPr lvl="1"/>
            <a:r>
              <a:rPr lang="en-CA" sz="1600" i="1" dirty="0">
                <a:solidFill>
                  <a:schemeClr val="accent4"/>
                </a:solidFill>
                <a:sym typeface="Wingdings" panose="05000000000000000000" pitchFamily="2" charset="2"/>
              </a:rPr>
              <a:t>Short</a:t>
            </a:r>
            <a:r>
              <a:rPr lang="en-CA" sz="1600" i="1" dirty="0">
                <a:sym typeface="Wingdings" panose="05000000000000000000" pitchFamily="2" charset="2"/>
              </a:rPr>
              <a:t>, </a:t>
            </a:r>
            <a:r>
              <a:rPr lang="en-CA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upbeat</a:t>
            </a:r>
            <a:r>
              <a:rPr lang="en-CA" sz="1600" i="1" dirty="0">
                <a:sym typeface="Wingdings" panose="05000000000000000000" pitchFamily="2" charset="2"/>
              </a:rPr>
              <a:t>, </a:t>
            </a:r>
            <a:r>
              <a:rPr lang="en-CA" sz="1600" i="1" dirty="0">
                <a:solidFill>
                  <a:srgbClr val="FF0000"/>
                </a:solidFill>
                <a:sym typeface="Wingdings" panose="05000000000000000000" pitchFamily="2" charset="2"/>
              </a:rPr>
              <a:t>acoustic</a:t>
            </a:r>
            <a:r>
              <a:rPr lang="en-CA" sz="1600" i="1" dirty="0">
                <a:sym typeface="Wingdings" panose="05000000000000000000" pitchFamily="2" charset="2"/>
              </a:rPr>
              <a:t> music</a:t>
            </a:r>
            <a:endParaRPr lang="en-CA" sz="16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C759FA-E9BF-7F1F-110B-458F769021FF}"/>
              </a:ext>
            </a:extLst>
          </p:cNvPr>
          <p:cNvSpPr txBox="1"/>
          <p:nvPr/>
        </p:nvSpPr>
        <p:spPr>
          <a:xfrm>
            <a:off x="838200" y="1492934"/>
            <a:ext cx="47054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High RMSEs suggest that </a:t>
            </a:r>
            <a:r>
              <a:rPr lang="en-CA" sz="1600" b="1" dirty="0"/>
              <a:t>acoustic features alone cannot predict </a:t>
            </a:r>
            <a:r>
              <a:rPr lang="en-CA" sz="1600" dirty="0"/>
              <a:t>much variance in music preference, however, there was still a </a:t>
            </a:r>
            <a:r>
              <a:rPr lang="en-CA" sz="1600" b="1" dirty="0"/>
              <a:t>small significant association </a:t>
            </a:r>
            <a:r>
              <a:rPr lang="en-CA" sz="1600" dirty="0"/>
              <a:t>with the first 5 PCs on the number of listens the piece had in both models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17BCA2-AD38-1663-FEB1-07D07028CEF8}"/>
              </a:ext>
            </a:extLst>
          </p:cNvPr>
          <p:cNvGrpSpPr/>
          <p:nvPr/>
        </p:nvGrpSpPr>
        <p:grpSpPr>
          <a:xfrm>
            <a:off x="5790485" y="1639888"/>
            <a:ext cx="6401515" cy="4675446"/>
            <a:chOff x="5851149" y="1924630"/>
            <a:chExt cx="6401515" cy="4675446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761DA47C-6002-9DCE-6F7A-8DFDD69EFA60}"/>
                </a:ext>
              </a:extLst>
            </p:cNvPr>
            <p:cNvSpPr txBox="1">
              <a:spLocks/>
            </p:cNvSpPr>
            <p:nvPr/>
          </p:nvSpPr>
          <p:spPr>
            <a:xfrm>
              <a:off x="5851149" y="1929128"/>
              <a:ext cx="4312159" cy="33693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CA" sz="2200" b="1" dirty="0"/>
                <a:t>Random Forest Regression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042A1F-F14F-E9A9-6DDE-0B27E3C2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40" t="5324" r="53438" b="5682"/>
            <a:stretch/>
          </p:blipFill>
          <p:spPr>
            <a:xfrm>
              <a:off x="5852036" y="2210892"/>
              <a:ext cx="3127826" cy="4389184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E86FAF3-298B-9073-E361-C62E3DBD38BA}"/>
                </a:ext>
              </a:extLst>
            </p:cNvPr>
            <p:cNvGrpSpPr/>
            <p:nvPr/>
          </p:nvGrpSpPr>
          <p:grpSpPr>
            <a:xfrm>
              <a:off x="8974446" y="2210524"/>
              <a:ext cx="3099518" cy="4389552"/>
              <a:chOff x="5864329" y="2387488"/>
              <a:chExt cx="3099518" cy="438955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9E99BAC-1B14-DA55-6A34-B785ECBA5A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839" t="5324" r="64471" b="5682"/>
              <a:stretch/>
            </p:blipFill>
            <p:spPr>
              <a:xfrm>
                <a:off x="5864329" y="2387856"/>
                <a:ext cx="2338584" cy="4389184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2EEF7A0-64FC-9D64-F839-DCCB35292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8890" t="5324" r="30260" b="5682"/>
              <a:stretch/>
            </p:blipFill>
            <p:spPr>
              <a:xfrm>
                <a:off x="8187672" y="2387488"/>
                <a:ext cx="776175" cy="4389184"/>
              </a:xfrm>
              <a:prstGeom prst="rect">
                <a:avLst/>
              </a:prstGeom>
            </p:spPr>
          </p:pic>
        </p:grp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9FCB9A91-03C7-F7D3-0E4A-164EDC60EE07}"/>
                </a:ext>
              </a:extLst>
            </p:cNvPr>
            <p:cNvSpPr txBox="1">
              <a:spLocks/>
            </p:cNvSpPr>
            <p:nvPr/>
          </p:nvSpPr>
          <p:spPr>
            <a:xfrm>
              <a:off x="9124838" y="1924630"/>
              <a:ext cx="3127826" cy="33693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CA" sz="2200" b="1" dirty="0"/>
                <a:t>Regression with Boosting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AE0290A-8B6A-5ECA-3277-5BE4D44D6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44656" y="2757488"/>
              <a:ext cx="829998" cy="26860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EF792CF-4BF3-D2AD-AFF0-BC524B7D1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73151" y="2302132"/>
              <a:ext cx="805114" cy="906809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57CB052-A2CF-D187-8ED0-BD57FA2DC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73151" y="3649061"/>
              <a:ext cx="829998" cy="1341468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E335BCF-B891-831F-63D2-30AD9429D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67066" y="2757488"/>
              <a:ext cx="829998" cy="268605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80E180A-B36A-09D8-F2AB-5201122DB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98219" y="2302132"/>
              <a:ext cx="794376" cy="906809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2C2CC6D-8757-ABD1-52A7-091767DA5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84279" y="3649061"/>
              <a:ext cx="794376" cy="1794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7022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16177-7915-CA05-EB81-A94CE095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B0B6-FE96-997F-7DE9-1CFD99E3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Discussion: PC and Feature Loadings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A4CD78-B2F4-41F5-EEC5-03DDC0F64BA9}"/>
              </a:ext>
            </a:extLst>
          </p:cNvPr>
          <p:cNvSpPr txBox="1">
            <a:spLocks/>
          </p:cNvSpPr>
          <p:nvPr/>
        </p:nvSpPr>
        <p:spPr>
          <a:xfrm>
            <a:off x="838200" y="1413245"/>
            <a:ext cx="6273800" cy="933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Random Forest Regression</a:t>
            </a:r>
          </a:p>
          <a:p>
            <a:pPr>
              <a:lnSpc>
                <a:spcPct val="100000"/>
              </a:lnSpc>
            </a:pPr>
            <a:r>
              <a:rPr lang="en-CA" sz="1800" dirty="0"/>
              <a:t>Valence, Energy, Danceability, </a:t>
            </a:r>
            <a:r>
              <a:rPr lang="en-CA" sz="1800" dirty="0" err="1"/>
              <a:t>Acousticness</a:t>
            </a:r>
            <a:endParaRPr lang="en-CA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BAC3F4-C616-6B5B-3B6B-394882025701}"/>
              </a:ext>
            </a:extLst>
          </p:cNvPr>
          <p:cNvSpPr txBox="1"/>
          <p:nvPr/>
        </p:nvSpPr>
        <p:spPr>
          <a:xfrm>
            <a:off x="739140" y="5831582"/>
            <a:ext cx="4991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According to the RF regression model, listeners prefer music with less acoustics, more danceable, moderate to low energy, and slightly more positive valence.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583036-9A5E-3741-CB10-4886CACFA1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300" b="18034"/>
          <a:stretch/>
        </p:blipFill>
        <p:spPr>
          <a:xfrm>
            <a:off x="1068072" y="2276116"/>
            <a:ext cx="3782060" cy="3430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33E0CF-879A-CC47-D02C-8F016381DB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00" b="18034"/>
          <a:stretch/>
        </p:blipFill>
        <p:spPr>
          <a:xfrm>
            <a:off x="7117082" y="2276116"/>
            <a:ext cx="3782060" cy="343058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CDED289-3EB9-FB32-D763-CDD3B68722AD}"/>
              </a:ext>
            </a:extLst>
          </p:cNvPr>
          <p:cNvSpPr txBox="1">
            <a:spLocks/>
          </p:cNvSpPr>
          <p:nvPr/>
        </p:nvSpPr>
        <p:spPr>
          <a:xfrm>
            <a:off x="6892292" y="1413244"/>
            <a:ext cx="6273800" cy="933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CA" sz="1800" b="1" dirty="0"/>
              <a:t>Regression with Boosting</a:t>
            </a:r>
          </a:p>
          <a:p>
            <a:pPr>
              <a:lnSpc>
                <a:spcPct val="100000"/>
              </a:lnSpc>
            </a:pPr>
            <a:r>
              <a:rPr lang="en-CA" sz="1800" dirty="0"/>
              <a:t>Valence, Tempo, Danceability, </a:t>
            </a:r>
            <a:r>
              <a:rPr lang="en-CA" sz="1800" dirty="0" err="1"/>
              <a:t>Acousticness</a:t>
            </a:r>
            <a:endParaRPr lang="en-CA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4B5901-11D7-2323-C725-70C1B3AFD57F}"/>
              </a:ext>
            </a:extLst>
          </p:cNvPr>
          <p:cNvSpPr txBox="1"/>
          <p:nvPr/>
        </p:nvSpPr>
        <p:spPr>
          <a:xfrm>
            <a:off x="6631940" y="5831582"/>
            <a:ext cx="49911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According to the boosting regression model, listeners prefer music with less acoustics, more danceable, moderate to slower tempo, and positive valence. </a:t>
            </a:r>
          </a:p>
        </p:txBody>
      </p:sp>
    </p:spTree>
    <p:extLst>
      <p:ext uri="{BB962C8B-B14F-4D97-AF65-F5344CB8AC3E}">
        <p14:creationId xmlns:p14="http://schemas.microsoft.com/office/powerpoint/2010/main" val="370456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EA314-A8DB-CDA9-3AEF-D52F3BCC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Music – DAV College, Jalandhar">
            <a:extLst>
              <a:ext uri="{FF2B5EF4-FFF2-40B4-BE49-F238E27FC236}">
                <a16:creationId xmlns:a16="http://schemas.microsoft.com/office/drawing/2014/main" id="{E3CB7C45-2BCB-AE0D-64F0-51E6C4E92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4" t="8199" r="30445" b="-1"/>
          <a:stretch/>
        </p:blipFill>
        <p:spPr bwMode="auto">
          <a:xfrm>
            <a:off x="20" y="10"/>
            <a:ext cx="86684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FEAC6-E2F9-A398-A7C5-C2C840736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/>
              <a:t>Thank you! </a:t>
            </a:r>
            <a:br>
              <a:rPr lang="en-US" sz="4800"/>
            </a:br>
            <a:br>
              <a:rPr lang="en-US" sz="4800"/>
            </a:br>
            <a:r>
              <a:rPr lang="en-US" sz="4800"/>
              <a:t>Questions? 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93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84FB-DDCA-B05B-2064-4D68F2E3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325"/>
            <a:ext cx="10515600" cy="1325563"/>
          </a:xfrm>
        </p:spPr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57212-908A-63DE-51DC-E38797408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396"/>
            <a:ext cx="10515600" cy="4607567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None/>
            </a:pPr>
            <a:r>
              <a:rPr lang="en-US" sz="1400" dirty="0"/>
              <a:t>Chen, T., &amp; </a:t>
            </a:r>
            <a:r>
              <a:rPr lang="en-US" sz="1400" dirty="0" err="1"/>
              <a:t>Guestrin</a:t>
            </a:r>
            <a:r>
              <a:rPr lang="en-US" sz="1400" dirty="0"/>
              <a:t>, C. (2016). </a:t>
            </a:r>
            <a:r>
              <a:rPr lang="en-US" sz="1400" dirty="0" err="1"/>
              <a:t>XGBoost</a:t>
            </a:r>
            <a:r>
              <a:rPr lang="en-US" sz="1400" dirty="0"/>
              <a:t>: A Scalable Tree Boosting System. In Proceedings of the 22nd ACM SIGKDD International Conference on Knowledge Discovery and Data Mining (pp. 785–794). New York, NY, USA: ACM. https://doi.org/10.1145/2939672.2939785</a:t>
            </a:r>
            <a:endParaRPr lang="en-CA" sz="1400" dirty="0"/>
          </a:p>
          <a:p>
            <a:pPr marL="457200" indent="-457200">
              <a:lnSpc>
                <a:spcPct val="100000"/>
              </a:lnSpc>
              <a:buNone/>
            </a:pPr>
            <a:r>
              <a:rPr lang="en-CA" sz="1400" dirty="0"/>
              <a:t>Defferrard, Michaël, Kirell Benzi, Pierre Vandergheynst, and Xavier Bresson. 2016. “FMA: A Dataset for Music Analysis.” arXiv Preprint arXiv:1612.01840.</a:t>
            </a:r>
          </a:p>
          <a:p>
            <a:pPr marL="457200" indent="-457200">
              <a:lnSpc>
                <a:spcPct val="100000"/>
              </a:lnSpc>
              <a:buNone/>
            </a:pPr>
            <a:r>
              <a:rPr lang="en-CA" sz="1400" dirty="0"/>
              <a:t>Ellis, Daniel PW, Brian Whitman, Tristan Jehan, and Paul Lamere. 2010. “The Echo Nest Musical fingerprint.”</a:t>
            </a:r>
          </a:p>
          <a:p>
            <a:pPr marL="457200" indent="-457200">
              <a:lnSpc>
                <a:spcPct val="100000"/>
              </a:lnSpc>
              <a:buNone/>
            </a:pPr>
            <a:r>
              <a:rPr lang="en-US" sz="1400" dirty="0" err="1"/>
              <a:t>Liaw</a:t>
            </a:r>
            <a:r>
              <a:rPr lang="en-US" sz="1400" dirty="0"/>
              <a:t> A, Wiener M (2002). “Classification and Regression by </a:t>
            </a:r>
            <a:r>
              <a:rPr lang="en-US" sz="1400" dirty="0" err="1"/>
              <a:t>randomForest</a:t>
            </a:r>
            <a:r>
              <a:rPr lang="en-US" sz="1400" dirty="0"/>
              <a:t>.” R News, 2(3), 18-22. https://CRAN.R-project.org/doc/Rnews/.</a:t>
            </a:r>
            <a:endParaRPr lang="en-CA" sz="1400" dirty="0"/>
          </a:p>
          <a:p>
            <a:pPr marL="457200" indent="-457200">
              <a:lnSpc>
                <a:spcPct val="100000"/>
              </a:lnSpc>
              <a:buNone/>
            </a:pPr>
            <a:r>
              <a:rPr lang="en-CA" sz="1400" dirty="0"/>
              <a:t>Lin, Ning, Ping-Chia Tsai, Yu-An Chen, and Homer H Chen. 2014. “Music Recommendation Based on Artist Novelty and Similarity.” In 2014 IEEE 16th International Workshop on Multimedia Signal Processing (MMSP), 1–6. IEEE. </a:t>
            </a:r>
          </a:p>
          <a:p>
            <a:pPr marL="457200" indent="-457200">
              <a:lnSpc>
                <a:spcPct val="100000"/>
              </a:lnSpc>
              <a:buNone/>
            </a:pPr>
            <a:r>
              <a:rPr lang="en-CA" sz="1400" dirty="0"/>
              <a:t>R Core Team. 2020. R: A Language and Environment for Statistical Computing. Vienna, Austria: R Foundation for Statistical Computing. </a:t>
            </a:r>
            <a:r>
              <a:rPr lang="en-CA" sz="1400" dirty="0">
                <a:hlinkClick r:id="rId2"/>
              </a:rPr>
              <a:t>https://www.R-project.org/</a:t>
            </a:r>
            <a:r>
              <a:rPr lang="en-CA" sz="1400" dirty="0"/>
              <a:t>.</a:t>
            </a:r>
          </a:p>
          <a:p>
            <a:pPr marL="457200" indent="-457200">
              <a:lnSpc>
                <a:spcPct val="100000"/>
              </a:lnSpc>
              <a:buNone/>
            </a:pPr>
            <a:r>
              <a:rPr lang="en-CA" sz="1400" dirty="0"/>
              <a:t>Wickham H, </a:t>
            </a:r>
            <a:r>
              <a:rPr lang="en-CA" sz="1400" dirty="0" err="1"/>
              <a:t>Averick</a:t>
            </a:r>
            <a:r>
              <a:rPr lang="en-CA" sz="1400" dirty="0"/>
              <a:t> M, Bryan J, Chang W, McGowan LD, François R, </a:t>
            </a:r>
            <a:r>
              <a:rPr lang="en-CA" sz="1400" dirty="0" err="1"/>
              <a:t>Grolemund</a:t>
            </a:r>
            <a:r>
              <a:rPr lang="en-CA" sz="1400" dirty="0"/>
              <a:t> G, Hayes A, Henry L, Hester J, Kuhn M, Pedersen TL, Miller E, Bache SM, Müller K, </a:t>
            </a:r>
            <a:r>
              <a:rPr lang="en-CA" sz="1400" dirty="0" err="1"/>
              <a:t>Ooms</a:t>
            </a:r>
            <a:r>
              <a:rPr lang="en-CA" sz="1400" dirty="0"/>
              <a:t> J, Robinson D, Seidel DP, </a:t>
            </a:r>
            <a:r>
              <a:rPr lang="en-CA" sz="1400" dirty="0" err="1"/>
              <a:t>Spinu</a:t>
            </a:r>
            <a:r>
              <a:rPr lang="en-CA" sz="1400" dirty="0"/>
              <a:t> V, Takahashi K, Vaughan D, Wilke C, Woo K, </a:t>
            </a:r>
            <a:r>
              <a:rPr lang="en-CA" sz="1400" dirty="0" err="1"/>
              <a:t>Yutani</a:t>
            </a:r>
            <a:r>
              <a:rPr lang="en-CA" sz="1400" dirty="0"/>
              <a:t> H (2019). “Welcome to the </a:t>
            </a:r>
            <a:r>
              <a:rPr lang="en-CA" sz="1400" dirty="0" err="1"/>
              <a:t>tidyverse</a:t>
            </a:r>
            <a:r>
              <a:rPr lang="en-CA" sz="1400" dirty="0"/>
              <a:t>.” Journal of Open Source Software, 4(43), 1686. doi:10.21105/joss.01686.</a:t>
            </a:r>
          </a:p>
          <a:p>
            <a:pPr marL="457200" indent="-457200">
              <a:lnSpc>
                <a:spcPct val="100000"/>
              </a:lnSpc>
              <a:buNone/>
            </a:pPr>
            <a:r>
              <a:rPr lang="en-CA" sz="1400" dirty="0"/>
              <a:t>Zhang, </a:t>
            </a:r>
            <a:r>
              <a:rPr lang="en-CA" sz="1400" dirty="0" err="1"/>
              <a:t>Jurui</a:t>
            </a:r>
            <a:r>
              <a:rPr lang="en-CA" sz="1400" dirty="0"/>
              <a:t>, Shan Yu, Raymond Liu, Guang-Xin Xie, and Leon </a:t>
            </a:r>
            <a:r>
              <a:rPr lang="en-CA" sz="1400" dirty="0" err="1"/>
              <a:t>Zurawicki</a:t>
            </a:r>
            <a:r>
              <a:rPr lang="en-CA" sz="1400" dirty="0"/>
              <a:t>. 2024. “Unveiling the Melodic Matrix: Exploring Genre-and-Audio Dynamics in the Digital Music Popularity Using Machine Learning Techniques.” Marketing Intelligence &amp; Planning</a:t>
            </a:r>
          </a:p>
        </p:txBody>
      </p:sp>
    </p:spTree>
    <p:extLst>
      <p:ext uri="{BB962C8B-B14F-4D97-AF65-F5344CB8AC3E}">
        <p14:creationId xmlns:p14="http://schemas.microsoft.com/office/powerpoint/2010/main" val="3601003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1929</TotalTime>
  <Words>1530</Words>
  <Application>Microsoft Office PowerPoint</Application>
  <PresentationFormat>Widescreen</PresentationFormat>
  <Paragraphs>117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Wingdings</vt:lpstr>
      <vt:lpstr>Office Theme</vt:lpstr>
      <vt:lpstr>Exploring Feature Importance in Predicting Music Preference</vt:lpstr>
      <vt:lpstr>Outline</vt:lpstr>
      <vt:lpstr>Introduction + Motivation</vt:lpstr>
      <vt:lpstr>Data: Free Music Archive</vt:lpstr>
      <vt:lpstr>Methods: PCA</vt:lpstr>
      <vt:lpstr>Methods: Models</vt:lpstr>
      <vt:lpstr>Results: Model Comparison &amp; PCA Loadings</vt:lpstr>
      <vt:lpstr>Discussion: PC and Feature Loadings</vt:lpstr>
      <vt:lpstr>Discussion: PC and Feature Loadings</vt:lpstr>
      <vt:lpstr>Thank you!   Questions?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Jackie Zhou</dc:creator>
  <cp:lastModifiedBy>Jackie Zhou</cp:lastModifiedBy>
  <cp:revision>1</cp:revision>
  <dcterms:created xsi:type="dcterms:W3CDTF">2024-11-28T02:37:41Z</dcterms:created>
  <dcterms:modified xsi:type="dcterms:W3CDTF">2024-12-05T19:04:26Z</dcterms:modified>
</cp:coreProperties>
</file>